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8.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1.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2.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33.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26.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0.xml" ContentType="application/vnd.openxmlformats-officedocument.presentationml.slideMaster+xml"/>
  <Override PartName="/ppt/slideMasters/slideMaster29.xml" ContentType="application/vnd.openxmlformats-officedocument.presentationml.slideMaster+xml"/>
  <Override PartName="/ppt/slideMasters/slideMaster3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3.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9.jpeg" ContentType="image/jpeg"/>
  <Override PartName="/ppt/media/image4.png" ContentType="image/png"/>
  <Override PartName="/ppt/media/image5.png" ContentType="image/png"/>
  <Override PartName="/ppt/media/image8.jpeg" ContentType="image/jpeg"/>
  <Override PartName="/ppt/media/image6.png" ContentType="image/png"/>
  <Override PartName="/ppt/media/image7.jpeg" ContentType="image/jpeg"/>
  <Override PartName="/ppt/media/image10.jpeg" ContentType="image/jpeg"/>
  <Override PartName="/ppt/slideLayouts/slideLayout22.xml" ContentType="application/vnd.openxmlformats-officedocument.presentationml.slideLayout+xml"/>
  <Override PartName="/ppt/slideLayouts/_rels/slideLayout18.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16.xml.rels" ContentType="application/vnd.openxmlformats-package.relationships+xml"/>
  <Override PartName="/ppt/slideLayouts/_rels/slideLayout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32.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33.xml.rels" ContentType="application/vnd.openxmlformats-package.relationships+xml"/>
  <Override PartName="/ppt/slideLayouts/_rels/slideLayout22.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Lst>
  <p:sldIdLst>
    <p:sldId id="256" r:id="rId35"/>
    <p:sldId id="257" r:id="rId36"/>
    <p:sldId id="258" r:id="rId37"/>
    <p:sldId id="259" r:id="rId38"/>
    <p:sldId id="260" r:id="rId39"/>
    <p:sldId id="261" r:id="rId40"/>
    <p:sldId id="262" r:id="rId41"/>
    <p:sldId id="263" r:id="rId42"/>
    <p:sldId id="264" r:id="rId43"/>
    <p:sldId id="265" r:id="rId44"/>
    <p:sldId id="266" r:id="rId45"/>
    <p:sldId id="267" r:id="rId4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 Id="rId44" Type="http://schemas.openxmlformats.org/officeDocument/2006/relationships/slide" Target="slides/slide10.xml"/><Relationship Id="rId45" Type="http://schemas.openxmlformats.org/officeDocument/2006/relationships/slide" Target="slides/slide11.xml"/><Relationship Id="rId46" Type="http://schemas.openxmlformats.org/officeDocument/2006/relationships/slide" Target="slides/slide12.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9" name="PlaceHolder 1"/>
          <p:cNvSpPr>
            <a:spLocks noGrp="1"/>
          </p:cNvSpPr>
          <p:nvPr>
            <p:ph type="title"/>
          </p:nvPr>
        </p:nvSpPr>
        <p:spPr>
          <a:xfrm>
            <a:off x="713160" y="539640"/>
            <a:ext cx="3711960" cy="122508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10"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3">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2">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31" name="PlaceHolder 1"/>
          <p:cNvSpPr>
            <a:spLocks noGrp="1"/>
          </p:cNvSpPr>
          <p:nvPr>
            <p:ph type="title"/>
          </p:nvPr>
        </p:nvSpPr>
        <p:spPr>
          <a:xfrm>
            <a:off x="713160" y="539640"/>
            <a:ext cx="3711960" cy="122508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13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45" name="PlaceHolder 1"/>
          <p:cNvSpPr>
            <a:spLocks noGrp="1"/>
          </p:cNvSpPr>
          <p:nvPr>
            <p:ph type="title"/>
          </p:nvPr>
        </p:nvSpPr>
        <p:spPr>
          <a:xfrm>
            <a:off x="713160" y="539640"/>
            <a:ext cx="3711960" cy="122508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14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14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51" name="PlaceHolder 1"/>
          <p:cNvSpPr>
            <a:spLocks noGrp="1"/>
          </p:cNvSpPr>
          <p:nvPr>
            <p:ph type="title"/>
          </p:nvPr>
        </p:nvSpPr>
        <p:spPr>
          <a:xfrm>
            <a:off x="713160" y="539640"/>
            <a:ext cx="3711960" cy="122508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2.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033200" y="1479240"/>
            <a:ext cx="7077240" cy="1515600"/>
          </a:xfrm>
          <a:prstGeom prst="rect">
            <a:avLst/>
          </a:prstGeom>
          <a:noFill/>
          <a:ln w="0">
            <a:noFill/>
          </a:ln>
        </p:spPr>
        <p:txBody>
          <a:bodyPr lIns="91440" rIns="91440" tIns="91440" bIns="91440" anchor="b">
            <a:noAutofit/>
          </a:bodyPr>
          <a:p>
            <a:pPr indent="0">
              <a:buNone/>
            </a:pPr>
            <a:r>
              <a:rPr b="0" lang="fr-FR" sz="4400" spc="-1" strike="noStrike">
                <a:solidFill>
                  <a:schemeClr val="dk1"/>
                </a:solidFill>
                <a:latin typeface="Arial"/>
              </a:rPr>
              <a:t>Click to edit the title text format</a:t>
            </a:r>
            <a:endParaRPr b="0" lang="fr-FR" sz="4400" spc="-1" strike="noStrike">
              <a:solidFill>
                <a:schemeClr val="dk1"/>
              </a:solidFill>
              <a:latin typeface="Arial"/>
            </a:endParaRPr>
          </a:p>
        </p:txBody>
      </p:sp>
      <p:grpSp>
        <p:nvGrpSpPr>
          <p:cNvPr id="1" name="Google Shape;11;p2"/>
          <p:cNvGrpSpPr/>
          <p:nvPr/>
        </p:nvGrpSpPr>
        <p:grpSpPr>
          <a:xfrm>
            <a:off x="-1247760" y="0"/>
            <a:ext cx="10417320" cy="5171400"/>
            <a:chOff x="-1247760" y="0"/>
            <a:chExt cx="10417320" cy="5171400"/>
          </a:xfrm>
        </p:grpSpPr>
        <p:pic>
          <p:nvPicPr>
            <p:cNvPr id="2" name="Google Shape;12;p2" descr=""/>
            <p:cNvPicPr/>
            <p:nvPr/>
          </p:nvPicPr>
          <p:blipFill>
            <a:blip r:embed="rId2"/>
            <a:srcRect l="48022" t="0" r="0" b="35468"/>
            <a:stretch/>
          </p:blipFill>
          <p:spPr>
            <a:xfrm>
              <a:off x="-16200" y="2382480"/>
              <a:ext cx="3106440" cy="2760840"/>
            </a:xfrm>
            <a:prstGeom prst="rect">
              <a:avLst/>
            </a:prstGeom>
            <a:ln w="0">
              <a:noFill/>
            </a:ln>
          </p:spPr>
        </p:pic>
        <p:pic>
          <p:nvPicPr>
            <p:cNvPr id="3" name="Google Shape;13;p2" descr=""/>
            <p:cNvPicPr/>
            <p:nvPr/>
          </p:nvPicPr>
          <p:blipFill>
            <a:blip r:embed="rId3"/>
            <a:srcRect l="0" t="0" r="44995" b="24001"/>
            <a:stretch/>
          </p:blipFill>
          <p:spPr>
            <a:xfrm rot="5400000">
              <a:off x="743760" y="3565080"/>
              <a:ext cx="851760" cy="2360520"/>
            </a:xfrm>
            <a:prstGeom prst="rect">
              <a:avLst/>
            </a:prstGeom>
            <a:ln w="0">
              <a:noFill/>
            </a:ln>
          </p:spPr>
        </p:pic>
        <p:pic>
          <p:nvPicPr>
            <p:cNvPr id="4" name="Google Shape;14;p2" descr=""/>
            <p:cNvPicPr/>
            <p:nvPr/>
          </p:nvPicPr>
          <p:blipFill>
            <a:blip r:embed="rId4"/>
            <a:srcRect l="0" t="72669" r="0" b="-3620"/>
            <a:stretch/>
          </p:blipFill>
          <p:spPr>
            <a:xfrm flipH="1">
              <a:off x="-1247760" y="0"/>
              <a:ext cx="5943240" cy="1023480"/>
            </a:xfrm>
            <a:prstGeom prst="rect">
              <a:avLst/>
            </a:prstGeom>
            <a:ln w="0">
              <a:noFill/>
            </a:ln>
          </p:spPr>
        </p:pic>
        <p:pic>
          <p:nvPicPr>
            <p:cNvPr id="5" name="Google Shape;15;p2" descr=""/>
            <p:cNvPicPr/>
            <p:nvPr/>
          </p:nvPicPr>
          <p:blipFill>
            <a:blip r:embed="rId5"/>
            <a:srcRect l="57335" t="3524" r="901" b="21656"/>
            <a:stretch/>
          </p:blipFill>
          <p:spPr>
            <a:xfrm flipH="1" rot="5400000">
              <a:off x="6691320" y="2680200"/>
              <a:ext cx="2481480" cy="2475000"/>
            </a:xfrm>
            <a:prstGeom prst="rect">
              <a:avLst/>
            </a:prstGeom>
            <a:ln w="0">
              <a:noFill/>
            </a:ln>
          </p:spPr>
        </p:pic>
        <p:pic>
          <p:nvPicPr>
            <p:cNvPr id="6" name="Google Shape;16;p2" descr=""/>
            <p:cNvPicPr/>
            <p:nvPr/>
          </p:nvPicPr>
          <p:blipFill>
            <a:blip r:embed="rId6"/>
            <a:srcRect l="-12108" t="75983" r="60123" b="-3875"/>
            <a:stretch/>
          </p:blipFill>
          <p:spPr>
            <a:xfrm>
              <a:off x="6037200" y="0"/>
              <a:ext cx="3106440" cy="1193040"/>
            </a:xfrm>
            <a:prstGeom prst="rect">
              <a:avLst/>
            </a:prstGeom>
            <a:ln w="0">
              <a:noFill/>
            </a:ln>
          </p:spPr>
        </p:pic>
      </p:grpSp>
      <p:sp>
        <p:nvSpPr>
          <p:cNvPr id="7" name="Google Shape;17;p2"/>
          <p:cNvSpPr/>
          <p:nvPr/>
        </p:nvSpPr>
        <p:spPr>
          <a:xfrm>
            <a:off x="317880" y="-612720"/>
            <a:ext cx="1727640" cy="1727640"/>
          </a:xfrm>
          <a:prstGeom prst="star16">
            <a:avLst>
              <a:gd name="adj" fmla="val 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7"/>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961280" y="1891080"/>
            <a:ext cx="5220720" cy="1024920"/>
          </a:xfrm>
          <a:prstGeom prst="rect">
            <a:avLst/>
          </a:prstGeom>
          <a:noFill/>
          <a:ln w="0">
            <a:noFill/>
          </a:ln>
        </p:spPr>
        <p:txBody>
          <a:bodyPr lIns="91440" rIns="91440" tIns="91440" bIns="91440" anchor="b">
            <a:noAutofit/>
          </a:bodyPr>
          <a:p>
            <a:pPr indent="0" algn="ctr">
              <a:lnSpc>
                <a:spcPct val="100000"/>
              </a:lnSpc>
              <a:buNone/>
            </a:pPr>
            <a:r>
              <a:rPr b="0" lang="fr-FR" sz="5500" spc="-1" strike="noStrike">
                <a:solidFill>
                  <a:schemeClr val="dk1"/>
                </a:solidFill>
                <a:latin typeface="Marcellus"/>
                <a:ea typeface="Marcellus"/>
              </a:rPr>
              <a:t>xx%</a:t>
            </a:r>
            <a:endParaRPr b="0" lang="fr-FR" sz="5500" spc="-1" strike="noStrike">
              <a:solidFill>
                <a:schemeClr val="dk1"/>
              </a:solidFill>
              <a:latin typeface="Arial"/>
            </a:endParaRPr>
          </a:p>
        </p:txBody>
      </p:sp>
      <p:grpSp>
        <p:nvGrpSpPr>
          <p:cNvPr id="12" name="Google Shape;73;p11"/>
          <p:cNvGrpSpPr/>
          <p:nvPr/>
        </p:nvGrpSpPr>
        <p:grpSpPr>
          <a:xfrm>
            <a:off x="360" y="-355680"/>
            <a:ext cx="9653760" cy="5499000"/>
            <a:chOff x="360" y="-355680"/>
            <a:chExt cx="9653760" cy="5499000"/>
          </a:xfrm>
        </p:grpSpPr>
        <p:pic>
          <p:nvPicPr>
            <p:cNvPr id="13" name="Google Shape;74;p11" descr=""/>
            <p:cNvPicPr/>
            <p:nvPr/>
          </p:nvPicPr>
          <p:blipFill>
            <a:blip r:embed="rId2"/>
            <a:srcRect l="75560" t="27570" r="-3177" b="7889"/>
            <a:stretch/>
          </p:blipFill>
          <p:spPr>
            <a:xfrm flipH="1">
              <a:off x="7493760" y="2382480"/>
              <a:ext cx="1650240" cy="2760840"/>
            </a:xfrm>
            <a:prstGeom prst="rect">
              <a:avLst/>
            </a:prstGeom>
            <a:ln w="0">
              <a:noFill/>
            </a:ln>
          </p:spPr>
        </p:pic>
        <p:pic>
          <p:nvPicPr>
            <p:cNvPr id="14" name="Google Shape;75;p11" descr=""/>
            <p:cNvPicPr/>
            <p:nvPr/>
          </p:nvPicPr>
          <p:blipFill>
            <a:blip r:embed="rId3"/>
            <a:stretch/>
          </p:blipFill>
          <p:spPr>
            <a:xfrm flipH="1" rot="16200000">
              <a:off x="7326720" y="-1134360"/>
              <a:ext cx="1548360" cy="3106440"/>
            </a:xfrm>
            <a:prstGeom prst="rect">
              <a:avLst/>
            </a:prstGeom>
            <a:ln w="0">
              <a:noFill/>
            </a:ln>
          </p:spPr>
        </p:pic>
        <p:pic>
          <p:nvPicPr>
            <p:cNvPr id="15" name="Google Shape;76;p11" descr=""/>
            <p:cNvPicPr/>
            <p:nvPr/>
          </p:nvPicPr>
          <p:blipFill>
            <a:blip r:embed="rId4"/>
            <a:srcRect l="-7940" t="76306" r="76650" b="-4189"/>
            <a:stretch/>
          </p:blipFill>
          <p:spPr>
            <a:xfrm flipH="1">
              <a:off x="360" y="0"/>
              <a:ext cx="1869480" cy="1193040"/>
            </a:xfrm>
            <a:prstGeom prst="rect">
              <a:avLst/>
            </a:prstGeom>
            <a:ln w="0">
              <a:noFill/>
            </a:ln>
          </p:spPr>
        </p:pic>
      </p:grpSp>
      <p:pic>
        <p:nvPicPr>
          <p:cNvPr id="16" name="Google Shape;77;p11" descr=""/>
          <p:cNvPicPr/>
          <p:nvPr/>
        </p:nvPicPr>
        <p:blipFill>
          <a:blip r:embed="rId5"/>
          <a:stretch/>
        </p:blipFill>
        <p:spPr>
          <a:xfrm rot="16200000">
            <a:off x="-2618640" y="2511360"/>
            <a:ext cx="5943240" cy="3308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1" r:id="rId6"/>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8" name="PlaceHolder 2"/>
          <p:cNvSpPr>
            <a:spLocks noGrp="1"/>
          </p:cNvSpPr>
          <p:nvPr>
            <p:ph type="title"/>
          </p:nvPr>
        </p:nvSpPr>
        <p:spPr>
          <a:xfrm>
            <a:off x="1280160" y="1514520"/>
            <a:ext cx="734400" cy="734400"/>
          </a:xfrm>
          <a:prstGeom prst="rect">
            <a:avLst/>
          </a:prstGeom>
          <a:solidFill>
            <a:schemeClr val="dk2"/>
          </a:solidFill>
          <a:ln w="0">
            <a:noFill/>
          </a:ln>
        </p:spPr>
        <p:txBody>
          <a:bodyPr lIns="91440" rIns="91440" tIns="91440" bIns="91440" anchor="ctr">
            <a:noAutofit/>
          </a:bodyPr>
          <a:p>
            <a:pPr indent="0" algn="ctr">
              <a:lnSpc>
                <a:spcPct val="100000"/>
              </a:lnSpc>
              <a:buNone/>
            </a:pPr>
            <a:r>
              <a:rPr b="0" lang="fr-FR" sz="3000" spc="-1" strike="noStrike">
                <a:solidFill>
                  <a:schemeClr val="dk1"/>
                </a:solidFill>
                <a:latin typeface="Marcellus"/>
                <a:ea typeface="Marcellus"/>
              </a:rPr>
              <a:t>xx%</a:t>
            </a:r>
            <a:endParaRPr b="0" lang="fr-FR" sz="3000" spc="-1" strike="noStrike">
              <a:solidFill>
                <a:schemeClr val="dk1"/>
              </a:solidFill>
              <a:latin typeface="Arial"/>
            </a:endParaRPr>
          </a:p>
        </p:txBody>
      </p:sp>
      <p:sp>
        <p:nvSpPr>
          <p:cNvPr id="19" name="PlaceHolder 3"/>
          <p:cNvSpPr>
            <a:spLocks noGrp="1"/>
          </p:cNvSpPr>
          <p:nvPr>
            <p:ph type="title"/>
          </p:nvPr>
        </p:nvSpPr>
        <p:spPr>
          <a:xfrm>
            <a:off x="1280160" y="3175560"/>
            <a:ext cx="734400" cy="734400"/>
          </a:xfrm>
          <a:prstGeom prst="rect">
            <a:avLst/>
          </a:prstGeom>
          <a:solidFill>
            <a:schemeClr val="dk2"/>
          </a:solidFill>
          <a:ln w="0">
            <a:noFill/>
          </a:ln>
        </p:spPr>
        <p:txBody>
          <a:bodyPr lIns="91440" rIns="91440" tIns="91440" bIns="91440" anchor="ctr">
            <a:noAutofit/>
          </a:bodyPr>
          <a:p>
            <a:pPr indent="0" algn="ctr">
              <a:lnSpc>
                <a:spcPct val="100000"/>
              </a:lnSpc>
              <a:buNone/>
            </a:pPr>
            <a:r>
              <a:rPr b="0" lang="fr-FR" sz="3000" spc="-1" strike="noStrike">
                <a:solidFill>
                  <a:schemeClr val="dk1"/>
                </a:solidFill>
                <a:latin typeface="Marcellus"/>
                <a:ea typeface="Marcellus"/>
              </a:rPr>
              <a:t>xx%</a:t>
            </a:r>
            <a:endParaRPr b="0" lang="fr-FR" sz="3000" spc="-1" strike="noStrike">
              <a:solidFill>
                <a:schemeClr val="dk1"/>
              </a:solidFill>
              <a:latin typeface="Arial"/>
            </a:endParaRPr>
          </a:p>
        </p:txBody>
      </p:sp>
      <p:sp>
        <p:nvSpPr>
          <p:cNvPr id="20" name="PlaceHolder 4"/>
          <p:cNvSpPr>
            <a:spLocks noGrp="1"/>
          </p:cNvSpPr>
          <p:nvPr>
            <p:ph type="title"/>
          </p:nvPr>
        </p:nvSpPr>
        <p:spPr>
          <a:xfrm>
            <a:off x="4747680" y="1514520"/>
            <a:ext cx="734400" cy="734400"/>
          </a:xfrm>
          <a:prstGeom prst="rect">
            <a:avLst/>
          </a:prstGeom>
          <a:solidFill>
            <a:schemeClr val="dk2"/>
          </a:solidFill>
          <a:ln w="0">
            <a:noFill/>
          </a:ln>
        </p:spPr>
        <p:txBody>
          <a:bodyPr lIns="91440" rIns="91440" tIns="91440" bIns="91440" anchor="ctr">
            <a:noAutofit/>
          </a:bodyPr>
          <a:p>
            <a:pPr indent="0" algn="ctr">
              <a:lnSpc>
                <a:spcPct val="100000"/>
              </a:lnSpc>
              <a:buNone/>
            </a:pPr>
            <a:r>
              <a:rPr b="0" lang="fr-FR" sz="3000" spc="-1" strike="noStrike">
                <a:solidFill>
                  <a:schemeClr val="dk1"/>
                </a:solidFill>
                <a:latin typeface="Marcellus"/>
                <a:ea typeface="Marcellus"/>
              </a:rPr>
              <a:t>xx%</a:t>
            </a:r>
            <a:endParaRPr b="0" lang="fr-FR" sz="3000" spc="-1" strike="noStrike">
              <a:solidFill>
                <a:schemeClr val="dk1"/>
              </a:solidFill>
              <a:latin typeface="Arial"/>
            </a:endParaRPr>
          </a:p>
        </p:txBody>
      </p:sp>
      <p:sp>
        <p:nvSpPr>
          <p:cNvPr id="21" name="PlaceHolder 5"/>
          <p:cNvSpPr>
            <a:spLocks noGrp="1"/>
          </p:cNvSpPr>
          <p:nvPr>
            <p:ph type="title"/>
          </p:nvPr>
        </p:nvSpPr>
        <p:spPr>
          <a:xfrm>
            <a:off x="4747680" y="3175560"/>
            <a:ext cx="734400" cy="734400"/>
          </a:xfrm>
          <a:prstGeom prst="rect">
            <a:avLst/>
          </a:prstGeom>
          <a:solidFill>
            <a:schemeClr val="dk2"/>
          </a:solidFill>
          <a:ln w="0">
            <a:noFill/>
          </a:ln>
        </p:spPr>
        <p:txBody>
          <a:bodyPr lIns="91440" rIns="91440" tIns="91440" bIns="91440" anchor="ctr">
            <a:noAutofit/>
          </a:bodyPr>
          <a:p>
            <a:pPr indent="0" algn="ctr">
              <a:lnSpc>
                <a:spcPct val="100000"/>
              </a:lnSpc>
              <a:buNone/>
            </a:pPr>
            <a:r>
              <a:rPr b="0" lang="fr-FR" sz="3000" spc="-1" strike="noStrike">
                <a:solidFill>
                  <a:schemeClr val="dk1"/>
                </a:solidFill>
                <a:latin typeface="Marcellus"/>
                <a:ea typeface="Marcellus"/>
              </a:rPr>
              <a:t>xx%</a:t>
            </a:r>
            <a:endParaRPr b="0" lang="fr-FR" sz="3000" spc="-1" strike="noStrike">
              <a:solidFill>
                <a:schemeClr val="dk1"/>
              </a:solidFill>
              <a:latin typeface="Arial"/>
            </a:endParaRPr>
          </a:p>
        </p:txBody>
      </p:sp>
      <p:grpSp>
        <p:nvGrpSpPr>
          <p:cNvPr id="22" name="Google Shape;93;p13"/>
          <p:cNvGrpSpPr/>
          <p:nvPr/>
        </p:nvGrpSpPr>
        <p:grpSpPr>
          <a:xfrm>
            <a:off x="-1055880" y="-1097280"/>
            <a:ext cx="11255760" cy="7337880"/>
            <a:chOff x="-1055880" y="-1097280"/>
            <a:chExt cx="11255760" cy="7337880"/>
          </a:xfrm>
        </p:grpSpPr>
        <p:grpSp>
          <p:nvGrpSpPr>
            <p:cNvPr id="23" name="Google Shape;94;p13"/>
            <p:cNvGrpSpPr/>
            <p:nvPr/>
          </p:nvGrpSpPr>
          <p:grpSpPr>
            <a:xfrm>
              <a:off x="-1055880" y="-1097280"/>
              <a:ext cx="11255760" cy="7337880"/>
              <a:chOff x="-1055880" y="-1097280"/>
              <a:chExt cx="11255760" cy="7337880"/>
            </a:xfrm>
          </p:grpSpPr>
          <p:pic>
            <p:nvPicPr>
              <p:cNvPr id="24" name="Google Shape;95;p13" descr=""/>
              <p:cNvPicPr/>
              <p:nvPr/>
            </p:nvPicPr>
            <p:blipFill>
              <a:blip r:embed="rId2"/>
              <a:stretch/>
            </p:blipFill>
            <p:spPr>
              <a:xfrm rot="2700000">
                <a:off x="-747360" y="4441320"/>
                <a:ext cx="1490400" cy="1490400"/>
              </a:xfrm>
              <a:prstGeom prst="rect">
                <a:avLst/>
              </a:prstGeom>
              <a:ln w="0">
                <a:noFill/>
              </a:ln>
            </p:spPr>
          </p:pic>
          <p:pic>
            <p:nvPicPr>
              <p:cNvPr id="25" name="Google Shape;96;p13" descr=""/>
              <p:cNvPicPr/>
              <p:nvPr/>
            </p:nvPicPr>
            <p:blipFill>
              <a:blip r:embed="rId3"/>
              <a:stretch/>
            </p:blipFill>
            <p:spPr>
              <a:xfrm rot="2700000">
                <a:off x="8400960" y="-788400"/>
                <a:ext cx="1490400" cy="1490400"/>
              </a:xfrm>
              <a:prstGeom prst="rect">
                <a:avLst/>
              </a:prstGeom>
              <a:ln w="0">
                <a:noFill/>
              </a:ln>
            </p:spPr>
          </p:pic>
        </p:grpSp>
        <p:pic>
          <p:nvPicPr>
            <p:cNvPr id="26" name="Google Shape;97;p13" descr=""/>
            <p:cNvPicPr/>
            <p:nvPr/>
          </p:nvPicPr>
          <p:blipFill>
            <a:blip r:embed="rId4"/>
            <a:srcRect l="58339" t="13665" r="20464" b="52777"/>
            <a:stretch/>
          </p:blipFill>
          <p:spPr>
            <a:xfrm flipH="1" rot="10800000">
              <a:off x="-22320" y="7200"/>
              <a:ext cx="1266120" cy="143532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55"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3557520" y="3100320"/>
            <a:ext cx="4359960" cy="531720"/>
          </a:xfrm>
          <a:prstGeom prst="rect">
            <a:avLst/>
          </a:prstGeom>
          <a:noFill/>
          <a:ln w="0">
            <a:noFill/>
          </a:ln>
        </p:spPr>
        <p:txBody>
          <a:bodyPr lIns="91440" rIns="91440" tIns="91440" bIns="91440" anchor="ctr">
            <a:noAutofit/>
          </a:bodyPr>
          <a:p>
            <a:pPr indent="0">
              <a:buNone/>
            </a:pPr>
            <a:r>
              <a:rPr b="0" lang="fr-FR" sz="2800" spc="-1" strike="noStrike">
                <a:solidFill>
                  <a:schemeClr val="dk1"/>
                </a:solidFill>
                <a:latin typeface="Arial"/>
              </a:rPr>
              <a:t>Click to edit the title text format</a:t>
            </a:r>
            <a:endParaRPr b="0" lang="fr-FR" sz="2800" spc="-1" strike="noStrike">
              <a:solidFill>
                <a:schemeClr val="dk1"/>
              </a:solidFill>
              <a:latin typeface="Arial"/>
            </a:endParaRPr>
          </a:p>
        </p:txBody>
      </p:sp>
      <p:grpSp>
        <p:nvGrpSpPr>
          <p:cNvPr id="28" name="Google Shape;101;p14"/>
          <p:cNvGrpSpPr/>
          <p:nvPr/>
        </p:nvGrpSpPr>
        <p:grpSpPr>
          <a:xfrm>
            <a:off x="5640840" y="-1142640"/>
            <a:ext cx="3586320" cy="1912680"/>
            <a:chOff x="5640840" y="-1142640"/>
            <a:chExt cx="3586320" cy="1912680"/>
          </a:xfrm>
        </p:grpSpPr>
        <p:pic>
          <p:nvPicPr>
            <p:cNvPr id="29" name="Google Shape;102;p14" descr=""/>
            <p:cNvPicPr/>
            <p:nvPr/>
          </p:nvPicPr>
          <p:blipFill>
            <a:blip r:embed="rId2"/>
            <a:stretch/>
          </p:blipFill>
          <p:spPr>
            <a:xfrm flipH="1" rot="10800000">
              <a:off x="7971480" y="-811800"/>
              <a:ext cx="1255680" cy="1251000"/>
            </a:xfrm>
            <a:prstGeom prst="rect">
              <a:avLst/>
            </a:prstGeom>
            <a:ln w="0">
              <a:noFill/>
            </a:ln>
          </p:spPr>
        </p:pic>
        <p:pic>
          <p:nvPicPr>
            <p:cNvPr id="30" name="Google Shape;103;p14" descr=""/>
            <p:cNvPicPr/>
            <p:nvPr/>
          </p:nvPicPr>
          <p:blipFill>
            <a:blip r:embed="rId3"/>
            <a:stretch/>
          </p:blipFill>
          <p:spPr>
            <a:xfrm flipH="1" rot="10800000">
              <a:off x="6240600" y="-1142640"/>
              <a:ext cx="1916640" cy="1912680"/>
            </a:xfrm>
            <a:prstGeom prst="rect">
              <a:avLst/>
            </a:prstGeom>
            <a:ln w="0">
              <a:noFill/>
            </a:ln>
          </p:spPr>
        </p:pic>
        <p:pic>
          <p:nvPicPr>
            <p:cNvPr id="31" name="Google Shape;104;p14" descr=""/>
            <p:cNvPicPr/>
            <p:nvPr/>
          </p:nvPicPr>
          <p:blipFill>
            <a:blip r:embed="rId4"/>
            <a:stretch/>
          </p:blipFill>
          <p:spPr>
            <a:xfrm flipH="1" rot="10800000">
              <a:off x="5640840" y="308520"/>
              <a:ext cx="462240" cy="461520"/>
            </a:xfrm>
            <a:prstGeom prst="rect">
              <a:avLst/>
            </a:prstGeom>
            <a:ln w="0">
              <a:noFill/>
            </a:ln>
          </p:spPr>
        </p:pic>
      </p:grpSp>
      <p:pic>
        <p:nvPicPr>
          <p:cNvPr id="32" name="Google Shape;105;p14" descr=""/>
          <p:cNvPicPr/>
          <p:nvPr/>
        </p:nvPicPr>
        <p:blipFill>
          <a:blip r:embed="rId5"/>
          <a:srcRect l="33360" t="38789" r="0" b="0"/>
          <a:stretch/>
        </p:blipFill>
        <p:spPr>
          <a:xfrm rot="16200000">
            <a:off x="-985320" y="2161440"/>
            <a:ext cx="3960360" cy="20246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6"/>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720000" y="1248120"/>
            <a:ext cx="3273120" cy="16340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34" name="PlaceHolder 2"/>
          <p:cNvSpPr>
            <a:spLocks noGrp="1"/>
          </p:cNvSpPr>
          <p:nvPr>
            <p:ph type="body"/>
          </p:nvPr>
        </p:nvSpPr>
        <p:spPr>
          <a:xfrm>
            <a:off x="4239360" y="690480"/>
            <a:ext cx="4191120" cy="37627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35" name="Google Shape;110;p15"/>
          <p:cNvGrpSpPr/>
          <p:nvPr/>
        </p:nvGrpSpPr>
        <p:grpSpPr>
          <a:xfrm>
            <a:off x="-1033200" y="-2564280"/>
            <a:ext cx="2520360" cy="8797680"/>
            <a:chOff x="-1033200" y="-2564280"/>
            <a:chExt cx="2520360" cy="8797680"/>
          </a:xfrm>
        </p:grpSpPr>
        <p:pic>
          <p:nvPicPr>
            <p:cNvPr id="36" name="Google Shape;111;p15" descr=""/>
            <p:cNvPicPr/>
            <p:nvPr/>
          </p:nvPicPr>
          <p:blipFill>
            <a:blip r:embed="rId2"/>
            <a:stretch/>
          </p:blipFill>
          <p:spPr>
            <a:xfrm rot="2700000">
              <a:off x="-724680" y="4434120"/>
              <a:ext cx="1490400" cy="1490400"/>
            </a:xfrm>
            <a:prstGeom prst="rect">
              <a:avLst/>
            </a:prstGeom>
            <a:ln w="0">
              <a:noFill/>
            </a:ln>
          </p:spPr>
        </p:pic>
        <p:pic>
          <p:nvPicPr>
            <p:cNvPr id="37" name="Google Shape;112;p15" descr=""/>
            <p:cNvPicPr/>
            <p:nvPr/>
          </p:nvPicPr>
          <p:blipFill>
            <a:blip r:embed="rId3"/>
            <a:stretch/>
          </p:blipFill>
          <p:spPr>
            <a:xfrm flipH="1" rot="10800000">
              <a:off x="-60840" y="-2564280"/>
              <a:ext cx="1548360" cy="31064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0000" y="1765440"/>
            <a:ext cx="3546720" cy="5756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39" name="Google Shape;116;p16"/>
          <p:cNvGrpSpPr/>
          <p:nvPr/>
        </p:nvGrpSpPr>
        <p:grpSpPr>
          <a:xfrm>
            <a:off x="-1055880" y="-1097280"/>
            <a:ext cx="11255760" cy="7337880"/>
            <a:chOff x="-1055880" y="-1097280"/>
            <a:chExt cx="11255760" cy="7337880"/>
          </a:xfrm>
        </p:grpSpPr>
        <p:pic>
          <p:nvPicPr>
            <p:cNvPr id="40" name="Google Shape;117;p16" descr=""/>
            <p:cNvPicPr/>
            <p:nvPr/>
          </p:nvPicPr>
          <p:blipFill>
            <a:blip r:embed="rId2"/>
            <a:stretch/>
          </p:blipFill>
          <p:spPr>
            <a:xfrm rot="2700000">
              <a:off x="-747360" y="4441320"/>
              <a:ext cx="1490400" cy="1490400"/>
            </a:xfrm>
            <a:prstGeom prst="rect">
              <a:avLst/>
            </a:prstGeom>
            <a:ln w="0">
              <a:noFill/>
            </a:ln>
          </p:spPr>
        </p:pic>
        <p:pic>
          <p:nvPicPr>
            <p:cNvPr id="41" name="Google Shape;118;p16" descr=""/>
            <p:cNvPicPr/>
            <p:nvPr/>
          </p:nvPicPr>
          <p:blipFill>
            <a:blip r:embed="rId3"/>
            <a:stretch/>
          </p:blipFill>
          <p:spPr>
            <a:xfrm rot="2700000">
              <a:off x="8400960" y="-788400"/>
              <a:ext cx="1490400" cy="1490400"/>
            </a:xfrm>
            <a:prstGeom prst="rect">
              <a:avLst/>
            </a:prstGeom>
            <a:ln w="0">
              <a:noFill/>
            </a:ln>
          </p:spPr>
        </p:pic>
        <p:pic>
          <p:nvPicPr>
            <p:cNvPr id="42" name="Google Shape;119;p16" descr=""/>
            <p:cNvPicPr/>
            <p:nvPr/>
          </p:nvPicPr>
          <p:blipFill>
            <a:blip r:embed="rId4"/>
            <a:srcRect l="58339" t="13665" r="20464" b="52777"/>
            <a:stretch/>
          </p:blipFill>
          <p:spPr>
            <a:xfrm rot="16200000">
              <a:off x="7774920" y="3799800"/>
              <a:ext cx="1266120" cy="143532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07960" y="1796400"/>
            <a:ext cx="3175920" cy="5756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44" name="Google Shape;123;p17"/>
          <p:cNvGrpSpPr/>
          <p:nvPr/>
        </p:nvGrpSpPr>
        <p:grpSpPr>
          <a:xfrm>
            <a:off x="-1033560" y="-1067400"/>
            <a:ext cx="10177560" cy="7584480"/>
            <a:chOff x="-1033560" y="-1067400"/>
            <a:chExt cx="10177560" cy="7584480"/>
          </a:xfrm>
        </p:grpSpPr>
        <p:pic>
          <p:nvPicPr>
            <p:cNvPr id="45" name="Google Shape;124;p17" descr=""/>
            <p:cNvPicPr/>
            <p:nvPr/>
          </p:nvPicPr>
          <p:blipFill>
            <a:blip r:embed="rId2"/>
            <a:stretch/>
          </p:blipFill>
          <p:spPr>
            <a:xfrm flipH="1" rot="10800000">
              <a:off x="7227000" y="4604400"/>
              <a:ext cx="1916640" cy="1912680"/>
            </a:xfrm>
            <a:prstGeom prst="rect">
              <a:avLst/>
            </a:prstGeom>
            <a:ln w="0">
              <a:noFill/>
            </a:ln>
          </p:spPr>
        </p:pic>
        <p:pic>
          <p:nvPicPr>
            <p:cNvPr id="46" name="Google Shape;125;p17" descr=""/>
            <p:cNvPicPr/>
            <p:nvPr/>
          </p:nvPicPr>
          <p:blipFill>
            <a:blip r:embed="rId3"/>
            <a:srcRect l="75560" t="27570" r="-3177" b="7889"/>
            <a:stretch/>
          </p:blipFill>
          <p:spPr>
            <a:xfrm rot="10800000">
              <a:off x="7493760" y="-168480"/>
              <a:ext cx="1650240" cy="2760840"/>
            </a:xfrm>
            <a:prstGeom prst="rect">
              <a:avLst/>
            </a:prstGeom>
            <a:ln w="0">
              <a:noFill/>
            </a:ln>
          </p:spPr>
        </p:pic>
        <p:pic>
          <p:nvPicPr>
            <p:cNvPr id="47" name="Google Shape;126;p17" descr=""/>
            <p:cNvPicPr/>
            <p:nvPr/>
          </p:nvPicPr>
          <p:blipFill>
            <a:blip r:embed="rId4"/>
            <a:stretch/>
          </p:blipFill>
          <p:spPr>
            <a:xfrm rot="2700000">
              <a:off x="-725040" y="-758520"/>
              <a:ext cx="1490400" cy="149040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1821600"/>
            <a:ext cx="3232800" cy="57240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49" name="Google Shape;130;p18"/>
          <p:cNvGrpSpPr/>
          <p:nvPr/>
        </p:nvGrpSpPr>
        <p:grpSpPr>
          <a:xfrm>
            <a:off x="-1033200" y="-2564280"/>
            <a:ext cx="2520360" cy="8797680"/>
            <a:chOff x="-1033200" y="-2564280"/>
            <a:chExt cx="2520360" cy="8797680"/>
          </a:xfrm>
        </p:grpSpPr>
        <p:pic>
          <p:nvPicPr>
            <p:cNvPr id="50" name="Google Shape;131;p18" descr=""/>
            <p:cNvPicPr/>
            <p:nvPr/>
          </p:nvPicPr>
          <p:blipFill>
            <a:blip r:embed="rId2"/>
            <a:stretch/>
          </p:blipFill>
          <p:spPr>
            <a:xfrm rot="2700000">
              <a:off x="-724680" y="4434120"/>
              <a:ext cx="1490400" cy="1490400"/>
            </a:xfrm>
            <a:prstGeom prst="rect">
              <a:avLst/>
            </a:prstGeom>
            <a:ln w="0">
              <a:noFill/>
            </a:ln>
          </p:spPr>
        </p:pic>
        <p:pic>
          <p:nvPicPr>
            <p:cNvPr id="51" name="Google Shape;132;p18" descr=""/>
            <p:cNvPicPr/>
            <p:nvPr/>
          </p:nvPicPr>
          <p:blipFill>
            <a:blip r:embed="rId3"/>
            <a:stretch/>
          </p:blipFill>
          <p:spPr>
            <a:xfrm flipH="1" rot="10800000">
              <a:off x="-60840" y="-2564280"/>
              <a:ext cx="1548360" cy="31064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720000" y="539640"/>
            <a:ext cx="2625120" cy="104076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53" name="Google Shape;136;p19"/>
          <p:cNvGrpSpPr/>
          <p:nvPr/>
        </p:nvGrpSpPr>
        <p:grpSpPr>
          <a:xfrm>
            <a:off x="-2047680" y="-1067400"/>
            <a:ext cx="11191320" cy="7584480"/>
            <a:chOff x="-2047680" y="-1067400"/>
            <a:chExt cx="11191320" cy="7584480"/>
          </a:xfrm>
        </p:grpSpPr>
        <p:pic>
          <p:nvPicPr>
            <p:cNvPr id="54" name="Google Shape;137;p19" descr=""/>
            <p:cNvPicPr/>
            <p:nvPr/>
          </p:nvPicPr>
          <p:blipFill>
            <a:blip r:embed="rId2"/>
            <a:stretch/>
          </p:blipFill>
          <p:spPr>
            <a:xfrm flipH="1" rot="10800000">
              <a:off x="7227000" y="4604400"/>
              <a:ext cx="1916640" cy="1912680"/>
            </a:xfrm>
            <a:prstGeom prst="rect">
              <a:avLst/>
            </a:prstGeom>
            <a:ln w="0">
              <a:noFill/>
            </a:ln>
          </p:spPr>
        </p:pic>
        <p:pic>
          <p:nvPicPr>
            <p:cNvPr id="55" name="Google Shape;138;p19" descr=""/>
            <p:cNvPicPr/>
            <p:nvPr/>
          </p:nvPicPr>
          <p:blipFill>
            <a:blip r:embed="rId3"/>
            <a:srcRect l="75560" t="27570" r="-3177" b="7889"/>
            <a:stretch/>
          </p:blipFill>
          <p:spPr>
            <a:xfrm rot="16200000">
              <a:off x="-1492200" y="2937960"/>
              <a:ext cx="1650240" cy="2760840"/>
            </a:xfrm>
            <a:prstGeom prst="rect">
              <a:avLst/>
            </a:prstGeom>
            <a:ln w="0">
              <a:noFill/>
            </a:ln>
          </p:spPr>
        </p:pic>
        <p:pic>
          <p:nvPicPr>
            <p:cNvPr id="56" name="Google Shape;139;p19" descr=""/>
            <p:cNvPicPr/>
            <p:nvPr/>
          </p:nvPicPr>
          <p:blipFill>
            <a:blip r:embed="rId4"/>
            <a:stretch/>
          </p:blipFill>
          <p:spPr>
            <a:xfrm rot="2700000">
              <a:off x="-725040" y="-758520"/>
              <a:ext cx="1490400" cy="1490400"/>
            </a:xfrm>
            <a:prstGeom prst="rect">
              <a:avLst/>
            </a:prstGeom>
            <a:ln w="0">
              <a:noFill/>
            </a:ln>
          </p:spPr>
        </p:pic>
      </p:grpSp>
      <p:sp>
        <p:nvSpPr>
          <p:cNvPr id="57" name="PlaceHolder 2"/>
          <p:cNvSpPr>
            <a:spLocks noGrp="1"/>
          </p:cNvSpPr>
          <p:nvPr>
            <p:ph type="body"/>
          </p:nvPr>
        </p:nvSpPr>
        <p:spPr>
          <a:xfrm>
            <a:off x="5947200" y="539640"/>
            <a:ext cx="2483280" cy="4064040"/>
          </a:xfrm>
          <a:prstGeom prst="rect">
            <a:avLst/>
          </a:prstGeom>
          <a:noFill/>
          <a:ln w="0">
            <a:noFill/>
          </a:ln>
        </p:spPr>
        <p:txBody>
          <a:bodyPr lIns="90000" rIns="90000" tIns="45000" bIns="45000" anchor="t">
            <a:normAutofit fontScale="31111"/>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58" name="PlaceHolder 3"/>
          <p:cNvSpPr>
            <a:spLocks noGrp="1"/>
          </p:cNvSpPr>
          <p:nvPr>
            <p:ph type="body"/>
          </p:nvPr>
        </p:nvSpPr>
        <p:spPr>
          <a:xfrm>
            <a:off x="3459960" y="539640"/>
            <a:ext cx="2369160" cy="1842120"/>
          </a:xfrm>
          <a:prstGeom prst="rect">
            <a:avLst/>
          </a:prstGeom>
          <a:noFill/>
          <a:ln w="0">
            <a:noFill/>
          </a:ln>
        </p:spPr>
        <p:txBody>
          <a:bodyPr lIns="90000" rIns="90000" tIns="45000" bIns="45000" anchor="t">
            <a:normAutofit fontScale="12222"/>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59" name="PlaceHolder 4"/>
          <p:cNvSpPr>
            <a:spLocks noGrp="1"/>
          </p:cNvSpPr>
          <p:nvPr>
            <p:ph type="body"/>
          </p:nvPr>
        </p:nvSpPr>
        <p:spPr>
          <a:xfrm>
            <a:off x="720000" y="2516040"/>
            <a:ext cx="5109120" cy="208728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5"/>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60" name="Google Shape;148;p20"/>
          <p:cNvGrpSpPr/>
          <p:nvPr/>
        </p:nvGrpSpPr>
        <p:grpSpPr>
          <a:xfrm>
            <a:off x="398880" y="77760"/>
            <a:ext cx="8744760" cy="6439320"/>
            <a:chOff x="398880" y="77760"/>
            <a:chExt cx="8744760" cy="6439320"/>
          </a:xfrm>
        </p:grpSpPr>
        <p:pic>
          <p:nvPicPr>
            <p:cNvPr id="61" name="Google Shape;149;p20" descr=""/>
            <p:cNvPicPr/>
            <p:nvPr/>
          </p:nvPicPr>
          <p:blipFill>
            <a:blip r:embed="rId2"/>
            <a:stretch/>
          </p:blipFill>
          <p:spPr>
            <a:xfrm>
              <a:off x="398880" y="77760"/>
              <a:ext cx="462240" cy="461520"/>
            </a:xfrm>
            <a:prstGeom prst="rect">
              <a:avLst/>
            </a:prstGeom>
            <a:ln w="0">
              <a:noFill/>
            </a:ln>
          </p:spPr>
        </p:pic>
        <p:pic>
          <p:nvPicPr>
            <p:cNvPr id="62" name="Google Shape;150;p20" descr=""/>
            <p:cNvPicPr/>
            <p:nvPr/>
          </p:nvPicPr>
          <p:blipFill>
            <a:blip r:embed="rId3"/>
            <a:stretch/>
          </p:blipFill>
          <p:spPr>
            <a:xfrm flipH="1" rot="10800000">
              <a:off x="7887960" y="4604400"/>
              <a:ext cx="1255680" cy="1251000"/>
            </a:xfrm>
            <a:prstGeom prst="rect">
              <a:avLst/>
            </a:prstGeom>
            <a:ln w="0">
              <a:noFill/>
            </a:ln>
          </p:spPr>
        </p:pic>
        <p:pic>
          <p:nvPicPr>
            <p:cNvPr id="63" name="Google Shape;151;p20" descr=""/>
            <p:cNvPicPr/>
            <p:nvPr/>
          </p:nvPicPr>
          <p:blipFill>
            <a:blip r:embed="rId4"/>
            <a:stretch/>
          </p:blipFill>
          <p:spPr>
            <a:xfrm flipH="1" rot="10800000">
              <a:off x="6897600" y="4604400"/>
              <a:ext cx="1916640" cy="1912680"/>
            </a:xfrm>
            <a:prstGeom prst="rect">
              <a:avLst/>
            </a:prstGeom>
            <a:ln w="0">
              <a:noFill/>
            </a:ln>
          </p:spPr>
        </p:pic>
      </p:grpSp>
      <p:sp>
        <p:nvSpPr>
          <p:cNvPr id="64"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5"/>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20000" y="2134440"/>
            <a:ext cx="4084920" cy="166140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66" name="PlaceHolder 2"/>
          <p:cNvSpPr>
            <a:spLocks noGrp="1"/>
          </p:cNvSpPr>
          <p:nvPr>
            <p:ph type="title"/>
          </p:nvPr>
        </p:nvSpPr>
        <p:spPr>
          <a:xfrm>
            <a:off x="720000" y="833040"/>
            <a:ext cx="1158480" cy="1082520"/>
          </a:xfrm>
          <a:prstGeom prst="rect">
            <a:avLst/>
          </a:prstGeom>
          <a:solidFill>
            <a:schemeClr val="dk2"/>
          </a:solidFill>
          <a:ln w="0">
            <a:noFill/>
          </a:ln>
        </p:spPr>
        <p:txBody>
          <a:bodyPr lIns="91440" rIns="91440" tIns="91440" bIns="91440" anchor="ctr">
            <a:noAutofit/>
          </a:bodyPr>
          <a:p>
            <a:pPr indent="0" algn="ctr">
              <a:lnSpc>
                <a:spcPct val="100000"/>
              </a:lnSpc>
              <a:buNone/>
            </a:pPr>
            <a:r>
              <a:rPr b="0" lang="fr-FR" sz="5000" spc="-1" strike="noStrike">
                <a:solidFill>
                  <a:schemeClr val="dk1"/>
                </a:solidFill>
                <a:latin typeface="Marcellus"/>
                <a:ea typeface="Marcellus"/>
              </a:rPr>
              <a:t>xx%</a:t>
            </a:r>
            <a:endParaRPr b="0" lang="fr-FR" sz="5000" spc="-1" strike="noStrike">
              <a:solidFill>
                <a:schemeClr val="dk1"/>
              </a:solidFill>
              <a:latin typeface="Arial"/>
            </a:endParaRPr>
          </a:p>
        </p:txBody>
      </p:sp>
      <p:pic>
        <p:nvPicPr>
          <p:cNvPr id="67" name="Google Shape;22;p3" descr=""/>
          <p:cNvPicPr/>
          <p:nvPr/>
        </p:nvPicPr>
        <p:blipFill>
          <a:blip r:embed="rId2"/>
          <a:stretch/>
        </p:blipFill>
        <p:spPr>
          <a:xfrm>
            <a:off x="5532120" y="4168800"/>
            <a:ext cx="1548360" cy="3106440"/>
          </a:xfrm>
          <a:prstGeom prst="rect">
            <a:avLst/>
          </a:prstGeom>
          <a:ln w="0">
            <a:noFill/>
          </a:ln>
        </p:spPr>
      </p:pic>
      <p:sp>
        <p:nvSpPr>
          <p:cNvPr id="6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70" name="Google Shape;157;p21"/>
          <p:cNvGrpSpPr/>
          <p:nvPr/>
        </p:nvGrpSpPr>
        <p:grpSpPr>
          <a:xfrm>
            <a:off x="-61200" y="-2564280"/>
            <a:ext cx="9204840" cy="8750160"/>
            <a:chOff x="-61200" y="-2564280"/>
            <a:chExt cx="9204840" cy="8750160"/>
          </a:xfrm>
        </p:grpSpPr>
        <p:pic>
          <p:nvPicPr>
            <p:cNvPr id="71" name="Google Shape;158;p21" descr=""/>
            <p:cNvPicPr/>
            <p:nvPr/>
          </p:nvPicPr>
          <p:blipFill>
            <a:blip r:embed="rId2"/>
            <a:stretch/>
          </p:blipFill>
          <p:spPr>
            <a:xfrm>
              <a:off x="7887960" y="4604040"/>
              <a:ext cx="1255680" cy="1251000"/>
            </a:xfrm>
            <a:prstGeom prst="rect">
              <a:avLst/>
            </a:prstGeom>
            <a:ln w="0">
              <a:noFill/>
            </a:ln>
          </p:spPr>
        </p:pic>
        <p:pic>
          <p:nvPicPr>
            <p:cNvPr id="72" name="Google Shape;159;p21" descr=""/>
            <p:cNvPicPr/>
            <p:nvPr/>
          </p:nvPicPr>
          <p:blipFill>
            <a:blip r:embed="rId3"/>
            <a:stretch/>
          </p:blipFill>
          <p:spPr>
            <a:xfrm>
              <a:off x="6157080" y="4273200"/>
              <a:ext cx="1916640" cy="1912680"/>
            </a:xfrm>
            <a:prstGeom prst="rect">
              <a:avLst/>
            </a:prstGeom>
            <a:ln w="0">
              <a:noFill/>
            </a:ln>
          </p:spPr>
        </p:pic>
        <p:pic>
          <p:nvPicPr>
            <p:cNvPr id="73" name="Google Shape;160;p21" descr=""/>
            <p:cNvPicPr/>
            <p:nvPr/>
          </p:nvPicPr>
          <p:blipFill>
            <a:blip r:embed="rId4"/>
            <a:stretch/>
          </p:blipFill>
          <p:spPr>
            <a:xfrm>
              <a:off x="5557320" y="4273200"/>
              <a:ext cx="462240" cy="461520"/>
            </a:xfrm>
            <a:prstGeom prst="rect">
              <a:avLst/>
            </a:prstGeom>
            <a:ln w="0">
              <a:noFill/>
            </a:ln>
          </p:spPr>
        </p:pic>
        <p:pic>
          <p:nvPicPr>
            <p:cNvPr id="74" name="Google Shape;161;p21" descr=""/>
            <p:cNvPicPr/>
            <p:nvPr/>
          </p:nvPicPr>
          <p:blipFill>
            <a:blip r:embed="rId5"/>
            <a:stretch/>
          </p:blipFill>
          <p:spPr>
            <a:xfrm flipH="1" rot="10800000">
              <a:off x="-60840" y="-2564280"/>
              <a:ext cx="1548360" cy="31064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73" r:id="rId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76" name="Google Shape;170;p22"/>
          <p:cNvGrpSpPr/>
          <p:nvPr/>
        </p:nvGrpSpPr>
        <p:grpSpPr>
          <a:xfrm>
            <a:off x="-1033200" y="-1104120"/>
            <a:ext cx="11255760" cy="7337880"/>
            <a:chOff x="-1033200" y="-1104120"/>
            <a:chExt cx="11255760" cy="7337880"/>
          </a:xfrm>
        </p:grpSpPr>
        <p:pic>
          <p:nvPicPr>
            <p:cNvPr id="77" name="Google Shape;171;p22" descr=""/>
            <p:cNvPicPr/>
            <p:nvPr/>
          </p:nvPicPr>
          <p:blipFill>
            <a:blip r:embed="rId2"/>
            <a:stretch/>
          </p:blipFill>
          <p:spPr>
            <a:xfrm rot="2700000">
              <a:off x="-724680" y="4434120"/>
              <a:ext cx="1490400" cy="1490400"/>
            </a:xfrm>
            <a:prstGeom prst="rect">
              <a:avLst/>
            </a:prstGeom>
            <a:ln w="0">
              <a:noFill/>
            </a:ln>
          </p:spPr>
        </p:pic>
        <p:pic>
          <p:nvPicPr>
            <p:cNvPr id="78" name="Google Shape;172;p22" descr=""/>
            <p:cNvPicPr/>
            <p:nvPr/>
          </p:nvPicPr>
          <p:blipFill>
            <a:blip r:embed="rId3"/>
            <a:stretch/>
          </p:blipFill>
          <p:spPr>
            <a:xfrm rot="2700000">
              <a:off x="8423640" y="-795240"/>
              <a:ext cx="1490400" cy="1490400"/>
            </a:xfrm>
            <a:prstGeom prst="rect">
              <a:avLst/>
            </a:prstGeom>
            <a:ln w="0">
              <a:noFill/>
            </a:ln>
          </p:spPr>
        </p:pic>
        <p:pic>
          <p:nvPicPr>
            <p:cNvPr id="79" name="Google Shape;173;p22" descr=""/>
            <p:cNvPicPr/>
            <p:nvPr/>
          </p:nvPicPr>
          <p:blipFill>
            <a:blip r:embed="rId4"/>
            <a:stretch/>
          </p:blipFill>
          <p:spPr>
            <a:xfrm rot="2700000">
              <a:off x="8423640" y="4434480"/>
              <a:ext cx="1490400" cy="149040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75" r:id="rId5"/>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81" name="Google Shape;182;p23"/>
          <p:cNvGrpSpPr/>
          <p:nvPr/>
        </p:nvGrpSpPr>
        <p:grpSpPr>
          <a:xfrm>
            <a:off x="-1033200" y="-1104120"/>
            <a:ext cx="11255760" cy="7337880"/>
            <a:chOff x="-1033200" y="-1104120"/>
            <a:chExt cx="11255760" cy="7337880"/>
          </a:xfrm>
        </p:grpSpPr>
        <p:pic>
          <p:nvPicPr>
            <p:cNvPr id="82" name="Google Shape;183;p23" descr=""/>
            <p:cNvPicPr/>
            <p:nvPr/>
          </p:nvPicPr>
          <p:blipFill>
            <a:blip r:embed="rId2"/>
            <a:stretch/>
          </p:blipFill>
          <p:spPr>
            <a:xfrm rot="2700000">
              <a:off x="-724680" y="4434120"/>
              <a:ext cx="1490400" cy="1490400"/>
            </a:xfrm>
            <a:prstGeom prst="rect">
              <a:avLst/>
            </a:prstGeom>
            <a:ln w="0">
              <a:noFill/>
            </a:ln>
          </p:spPr>
        </p:pic>
        <p:pic>
          <p:nvPicPr>
            <p:cNvPr id="83" name="Google Shape;184;p23" descr=""/>
            <p:cNvPicPr/>
            <p:nvPr/>
          </p:nvPicPr>
          <p:blipFill>
            <a:blip r:embed="rId3"/>
            <a:stretch/>
          </p:blipFill>
          <p:spPr>
            <a:xfrm rot="2700000">
              <a:off x="8423640" y="-795240"/>
              <a:ext cx="1490400" cy="1490400"/>
            </a:xfrm>
            <a:prstGeom prst="rect">
              <a:avLst/>
            </a:prstGeom>
            <a:ln w="0">
              <a:noFill/>
            </a:ln>
          </p:spPr>
        </p:pic>
        <p:pic>
          <p:nvPicPr>
            <p:cNvPr id="84" name="Google Shape;185;p23" descr=""/>
            <p:cNvPicPr/>
            <p:nvPr/>
          </p:nvPicPr>
          <p:blipFill>
            <a:blip r:embed="rId4"/>
            <a:stretch/>
          </p:blipFill>
          <p:spPr>
            <a:xfrm rot="2700000">
              <a:off x="8423640" y="4434480"/>
              <a:ext cx="1490400" cy="149040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77" r:id="rId5"/>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86" name="Google Shape;196;p24"/>
          <p:cNvGrpSpPr/>
          <p:nvPr/>
        </p:nvGrpSpPr>
        <p:grpSpPr>
          <a:xfrm>
            <a:off x="-762120" y="-2564280"/>
            <a:ext cx="10620360" cy="9081360"/>
            <a:chOff x="-762120" y="-2564280"/>
            <a:chExt cx="10620360" cy="9081360"/>
          </a:xfrm>
        </p:grpSpPr>
        <p:pic>
          <p:nvPicPr>
            <p:cNvPr id="87" name="Google Shape;197;p24" descr=""/>
            <p:cNvPicPr/>
            <p:nvPr/>
          </p:nvPicPr>
          <p:blipFill>
            <a:blip r:embed="rId2"/>
            <a:stretch/>
          </p:blipFill>
          <p:spPr>
            <a:xfrm flipH="1" rot="10800000">
              <a:off x="-60840" y="-2564280"/>
              <a:ext cx="1548360" cy="3106440"/>
            </a:xfrm>
            <a:prstGeom prst="rect">
              <a:avLst/>
            </a:prstGeom>
            <a:ln w="0">
              <a:noFill/>
            </a:ln>
          </p:spPr>
        </p:pic>
        <p:pic>
          <p:nvPicPr>
            <p:cNvPr id="88" name="Google Shape;198;p24" descr=""/>
            <p:cNvPicPr/>
            <p:nvPr/>
          </p:nvPicPr>
          <p:blipFill>
            <a:blip r:embed="rId3"/>
            <a:stretch/>
          </p:blipFill>
          <p:spPr>
            <a:xfrm flipH="1" rot="10800000">
              <a:off x="7227000" y="4604400"/>
              <a:ext cx="1916640" cy="1912680"/>
            </a:xfrm>
            <a:prstGeom prst="rect">
              <a:avLst/>
            </a:prstGeom>
            <a:ln w="0">
              <a:noFill/>
            </a:ln>
          </p:spPr>
        </p:pic>
        <p:pic>
          <p:nvPicPr>
            <p:cNvPr id="89" name="Google Shape;199;p24" descr=""/>
            <p:cNvPicPr/>
            <p:nvPr/>
          </p:nvPicPr>
          <p:blipFill>
            <a:blip r:embed="rId4"/>
            <a:srcRect l="75560" t="27570" r="-3177" b="7889"/>
            <a:stretch/>
          </p:blipFill>
          <p:spPr>
            <a:xfrm>
              <a:off x="-762120" y="1842840"/>
              <a:ext cx="1650240" cy="2760840"/>
            </a:xfrm>
            <a:prstGeom prst="rect">
              <a:avLst/>
            </a:prstGeom>
            <a:ln w="0">
              <a:noFill/>
            </a:ln>
          </p:spPr>
        </p:pic>
        <p:pic>
          <p:nvPicPr>
            <p:cNvPr id="90" name="Google Shape;200;p24" descr=""/>
            <p:cNvPicPr/>
            <p:nvPr/>
          </p:nvPicPr>
          <p:blipFill>
            <a:blip r:embed="rId5"/>
            <a:srcRect l="-7940" t="76306" r="76650" b="-4189"/>
            <a:stretch/>
          </p:blipFill>
          <p:spPr>
            <a:xfrm>
              <a:off x="7988760" y="-533520"/>
              <a:ext cx="1869480" cy="11930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79" r:id="rId6"/>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91" name="Google Shape;214;p25"/>
          <p:cNvGrpSpPr/>
          <p:nvPr/>
        </p:nvGrpSpPr>
        <p:grpSpPr>
          <a:xfrm>
            <a:off x="-1033200" y="-1104120"/>
            <a:ext cx="11255760" cy="7337520"/>
            <a:chOff x="-1033200" y="-1104120"/>
            <a:chExt cx="11255760" cy="7337520"/>
          </a:xfrm>
        </p:grpSpPr>
        <p:pic>
          <p:nvPicPr>
            <p:cNvPr id="92" name="Google Shape;215;p25" descr=""/>
            <p:cNvPicPr/>
            <p:nvPr/>
          </p:nvPicPr>
          <p:blipFill>
            <a:blip r:embed="rId2"/>
            <a:stretch/>
          </p:blipFill>
          <p:spPr>
            <a:xfrm rot="2700000">
              <a:off x="-724680" y="4434120"/>
              <a:ext cx="1490400" cy="1490400"/>
            </a:xfrm>
            <a:prstGeom prst="rect">
              <a:avLst/>
            </a:prstGeom>
            <a:ln w="0">
              <a:noFill/>
            </a:ln>
          </p:spPr>
        </p:pic>
        <p:pic>
          <p:nvPicPr>
            <p:cNvPr id="93" name="Google Shape;216;p25" descr=""/>
            <p:cNvPicPr/>
            <p:nvPr/>
          </p:nvPicPr>
          <p:blipFill>
            <a:blip r:embed="rId3"/>
            <a:stretch/>
          </p:blipFill>
          <p:spPr>
            <a:xfrm rot="2700000">
              <a:off x="8423640" y="-795240"/>
              <a:ext cx="1490400" cy="1490400"/>
            </a:xfrm>
            <a:prstGeom prst="rect">
              <a:avLst/>
            </a:prstGeom>
            <a:ln w="0">
              <a:noFill/>
            </a:ln>
          </p:spPr>
        </p:pic>
        <p:pic>
          <p:nvPicPr>
            <p:cNvPr id="94" name="Google Shape;217;p25" descr=""/>
            <p:cNvPicPr/>
            <p:nvPr/>
          </p:nvPicPr>
          <p:blipFill>
            <a:blip r:embed="rId4"/>
            <a:srcRect l="58339" t="13665" r="20464" b="52777"/>
            <a:stretch/>
          </p:blipFill>
          <p:spPr>
            <a:xfrm rot="16200000">
              <a:off x="7797600" y="3792600"/>
              <a:ext cx="1266120" cy="1435320"/>
            </a:xfrm>
            <a:prstGeom prst="rect">
              <a:avLst/>
            </a:prstGeom>
            <a:ln w="0">
              <a:noFill/>
            </a:ln>
          </p:spPr>
        </p:pic>
      </p:grpSp>
      <p:sp>
        <p:nvSpPr>
          <p:cNvPr id="95"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5"/>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2223720" y="670320"/>
            <a:ext cx="4696560" cy="768600"/>
          </a:xfrm>
          <a:prstGeom prst="rect">
            <a:avLst/>
          </a:prstGeom>
          <a:noFill/>
          <a:ln w="0">
            <a:noFill/>
          </a:ln>
        </p:spPr>
        <p:txBody>
          <a:bodyPr lIns="91440" rIns="91440" tIns="91440" bIns="91440" anchor="ctr">
            <a:noAutofit/>
          </a:bodyPr>
          <a:p>
            <a:pPr indent="0" algn="ctr">
              <a:lnSpc>
                <a:spcPct val="100000"/>
              </a:lnSpc>
              <a:buNone/>
            </a:pPr>
            <a:r>
              <a:rPr b="0" lang="fr-FR" sz="4500" spc="-1" strike="noStrike">
                <a:solidFill>
                  <a:schemeClr val="dk1"/>
                </a:solidFill>
                <a:latin typeface="Marcellus"/>
                <a:ea typeface="Marcellus"/>
              </a:rPr>
              <a:t>xx%</a:t>
            </a:r>
            <a:endParaRPr b="0" lang="fr-FR" sz="4500" spc="-1" strike="noStrike">
              <a:solidFill>
                <a:schemeClr val="dk1"/>
              </a:solidFill>
              <a:latin typeface="Arial"/>
            </a:endParaRPr>
          </a:p>
        </p:txBody>
      </p:sp>
      <p:sp>
        <p:nvSpPr>
          <p:cNvPr id="97" name="PlaceHolder 2"/>
          <p:cNvSpPr>
            <a:spLocks noGrp="1"/>
          </p:cNvSpPr>
          <p:nvPr>
            <p:ph type="title"/>
          </p:nvPr>
        </p:nvSpPr>
        <p:spPr>
          <a:xfrm>
            <a:off x="2223720" y="1967760"/>
            <a:ext cx="4696560" cy="768600"/>
          </a:xfrm>
          <a:prstGeom prst="rect">
            <a:avLst/>
          </a:prstGeom>
          <a:noFill/>
          <a:ln w="0">
            <a:noFill/>
          </a:ln>
        </p:spPr>
        <p:txBody>
          <a:bodyPr lIns="91440" rIns="91440" tIns="91440" bIns="91440" anchor="ctr">
            <a:noAutofit/>
          </a:bodyPr>
          <a:p>
            <a:pPr indent="0" algn="ctr">
              <a:lnSpc>
                <a:spcPct val="100000"/>
              </a:lnSpc>
              <a:buNone/>
            </a:pPr>
            <a:r>
              <a:rPr b="0" lang="fr-FR" sz="4500" spc="-1" strike="noStrike">
                <a:solidFill>
                  <a:schemeClr val="dk1"/>
                </a:solidFill>
                <a:latin typeface="Marcellus"/>
                <a:ea typeface="Marcellus"/>
              </a:rPr>
              <a:t>xx%</a:t>
            </a:r>
            <a:endParaRPr b="0" lang="fr-FR" sz="4500" spc="-1" strike="noStrike">
              <a:solidFill>
                <a:schemeClr val="dk1"/>
              </a:solidFill>
              <a:latin typeface="Arial"/>
            </a:endParaRPr>
          </a:p>
        </p:txBody>
      </p:sp>
      <p:sp>
        <p:nvSpPr>
          <p:cNvPr id="98" name="PlaceHolder 3"/>
          <p:cNvSpPr>
            <a:spLocks noGrp="1"/>
          </p:cNvSpPr>
          <p:nvPr>
            <p:ph type="title"/>
          </p:nvPr>
        </p:nvSpPr>
        <p:spPr>
          <a:xfrm>
            <a:off x="2223720" y="3265560"/>
            <a:ext cx="4696560" cy="768600"/>
          </a:xfrm>
          <a:prstGeom prst="rect">
            <a:avLst/>
          </a:prstGeom>
          <a:noFill/>
          <a:ln w="0">
            <a:noFill/>
          </a:ln>
        </p:spPr>
        <p:txBody>
          <a:bodyPr lIns="91440" rIns="91440" tIns="91440" bIns="91440" anchor="ctr">
            <a:noAutofit/>
          </a:bodyPr>
          <a:p>
            <a:pPr indent="0" algn="ctr">
              <a:lnSpc>
                <a:spcPct val="100000"/>
              </a:lnSpc>
              <a:buNone/>
            </a:pPr>
            <a:r>
              <a:rPr b="0" lang="fr-FR" sz="4500" spc="-1" strike="noStrike">
                <a:solidFill>
                  <a:schemeClr val="dk1"/>
                </a:solidFill>
                <a:latin typeface="Marcellus"/>
                <a:ea typeface="Marcellus"/>
              </a:rPr>
              <a:t>xx%</a:t>
            </a:r>
            <a:endParaRPr b="0" lang="fr-FR" sz="4500" spc="-1" strike="noStrike">
              <a:solidFill>
                <a:schemeClr val="dk1"/>
              </a:solidFill>
              <a:latin typeface="Arial"/>
            </a:endParaRPr>
          </a:p>
        </p:txBody>
      </p:sp>
      <p:grpSp>
        <p:nvGrpSpPr>
          <p:cNvPr id="99" name="Google Shape;226;p26"/>
          <p:cNvGrpSpPr/>
          <p:nvPr/>
        </p:nvGrpSpPr>
        <p:grpSpPr>
          <a:xfrm>
            <a:off x="-2849760" y="-2842560"/>
            <a:ext cx="13213800" cy="8710560"/>
            <a:chOff x="-2849760" y="-2842560"/>
            <a:chExt cx="13213800" cy="8710560"/>
          </a:xfrm>
        </p:grpSpPr>
        <p:grpSp>
          <p:nvGrpSpPr>
            <p:cNvPr id="100" name="Google Shape;227;p26"/>
            <p:cNvGrpSpPr/>
            <p:nvPr/>
          </p:nvGrpSpPr>
          <p:grpSpPr>
            <a:xfrm>
              <a:off x="-756360" y="2382480"/>
              <a:ext cx="9900360" cy="3485520"/>
              <a:chOff x="-756360" y="2382480"/>
              <a:chExt cx="9900360" cy="3485520"/>
            </a:xfrm>
          </p:grpSpPr>
          <p:pic>
            <p:nvPicPr>
              <p:cNvPr id="101" name="Google Shape;228;p26" descr=""/>
              <p:cNvPicPr/>
              <p:nvPr/>
            </p:nvPicPr>
            <p:blipFill>
              <a:blip r:embed="rId2"/>
              <a:srcRect l="75560" t="27570" r="-3177" b="7889"/>
              <a:stretch/>
            </p:blipFill>
            <p:spPr>
              <a:xfrm flipH="1">
                <a:off x="7493760" y="2382480"/>
                <a:ext cx="1650240" cy="2760840"/>
              </a:xfrm>
              <a:prstGeom prst="rect">
                <a:avLst/>
              </a:prstGeom>
              <a:ln w="0">
                <a:noFill/>
              </a:ln>
            </p:spPr>
          </p:pic>
          <p:pic>
            <p:nvPicPr>
              <p:cNvPr id="102" name="Google Shape;229;p26" descr=""/>
              <p:cNvPicPr/>
              <p:nvPr/>
            </p:nvPicPr>
            <p:blipFill>
              <a:blip r:embed="rId3"/>
              <a:srcRect l="48022" t="0" r="0" b="35468"/>
              <a:stretch/>
            </p:blipFill>
            <p:spPr>
              <a:xfrm>
                <a:off x="-16200" y="2382480"/>
                <a:ext cx="3106440" cy="2760840"/>
              </a:xfrm>
              <a:prstGeom prst="rect">
                <a:avLst/>
              </a:prstGeom>
              <a:ln w="0">
                <a:noFill/>
              </a:ln>
            </p:spPr>
          </p:pic>
          <p:pic>
            <p:nvPicPr>
              <p:cNvPr id="103" name="Google Shape;230;p26" descr=""/>
              <p:cNvPicPr/>
              <p:nvPr/>
            </p:nvPicPr>
            <p:blipFill>
              <a:blip r:embed="rId4"/>
              <a:stretch/>
            </p:blipFill>
            <p:spPr>
              <a:xfrm rot="5400000">
                <a:off x="22680" y="3540600"/>
                <a:ext cx="1548360" cy="3106440"/>
              </a:xfrm>
              <a:prstGeom prst="rect">
                <a:avLst/>
              </a:prstGeom>
              <a:ln w="0">
                <a:noFill/>
              </a:ln>
            </p:spPr>
          </p:pic>
        </p:grpSp>
        <p:pic>
          <p:nvPicPr>
            <p:cNvPr id="104" name="Google Shape;231;p26" descr=""/>
            <p:cNvPicPr/>
            <p:nvPr/>
          </p:nvPicPr>
          <p:blipFill>
            <a:blip r:embed="rId5"/>
            <a:stretch/>
          </p:blipFill>
          <p:spPr>
            <a:xfrm flipH="1">
              <a:off x="-2849760" y="-2808000"/>
              <a:ext cx="5943240" cy="3308040"/>
            </a:xfrm>
            <a:prstGeom prst="rect">
              <a:avLst/>
            </a:prstGeom>
            <a:ln w="0">
              <a:noFill/>
            </a:ln>
          </p:spPr>
        </p:pic>
        <p:pic>
          <p:nvPicPr>
            <p:cNvPr id="105" name="Google Shape;232;p26" descr=""/>
            <p:cNvPicPr/>
            <p:nvPr/>
          </p:nvPicPr>
          <p:blipFill>
            <a:blip r:embed="rId6"/>
            <a:stretch/>
          </p:blipFill>
          <p:spPr>
            <a:xfrm rot="5400000">
              <a:off x="5738040" y="-1524960"/>
              <a:ext cx="5943240" cy="33080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83" r:id="rId7"/>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72036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107" name="Google Shape;235;p27"/>
          <p:cNvGrpSpPr/>
          <p:nvPr/>
        </p:nvGrpSpPr>
        <p:grpSpPr>
          <a:xfrm>
            <a:off x="-777240" y="-1184400"/>
            <a:ext cx="10786680" cy="7596720"/>
            <a:chOff x="-777240" y="-1184400"/>
            <a:chExt cx="10786680" cy="7596720"/>
          </a:xfrm>
        </p:grpSpPr>
        <p:pic>
          <p:nvPicPr>
            <p:cNvPr id="108" name="Google Shape;236;p27" descr=""/>
            <p:cNvPicPr/>
            <p:nvPr/>
          </p:nvPicPr>
          <p:blipFill>
            <a:blip r:embed="rId2"/>
            <a:srcRect l="67917" t="33410" r="13204" b="35468"/>
            <a:stretch/>
          </p:blipFill>
          <p:spPr>
            <a:xfrm>
              <a:off x="-118080" y="3981960"/>
              <a:ext cx="1127880" cy="1331280"/>
            </a:xfrm>
            <a:prstGeom prst="rect">
              <a:avLst/>
            </a:prstGeom>
            <a:ln w="0">
              <a:noFill/>
            </a:ln>
          </p:spPr>
        </p:pic>
        <p:pic>
          <p:nvPicPr>
            <p:cNvPr id="109" name="Google Shape;237;p27" descr=""/>
            <p:cNvPicPr/>
            <p:nvPr/>
          </p:nvPicPr>
          <p:blipFill>
            <a:blip r:embed="rId3"/>
            <a:srcRect l="-3784" t="-7596" r="3784" b="7596"/>
            <a:stretch/>
          </p:blipFill>
          <p:spPr>
            <a:xfrm flipH="1" rot="10800000">
              <a:off x="8092800" y="-1184400"/>
              <a:ext cx="1916640" cy="1912680"/>
            </a:xfrm>
            <a:prstGeom prst="rect">
              <a:avLst/>
            </a:prstGeom>
            <a:ln w="0">
              <a:noFill/>
            </a:ln>
          </p:spPr>
        </p:pic>
        <p:pic>
          <p:nvPicPr>
            <p:cNvPr id="110" name="Google Shape;238;p27" descr=""/>
            <p:cNvPicPr/>
            <p:nvPr/>
          </p:nvPicPr>
          <p:blipFill>
            <a:blip r:embed="rId4"/>
            <a:stretch/>
          </p:blipFill>
          <p:spPr>
            <a:xfrm rot="5400000">
              <a:off x="1800" y="4084920"/>
              <a:ext cx="1548360" cy="31064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85" r:id="rId5"/>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112" name="Google Shape;241;p28"/>
          <p:cNvGrpSpPr/>
          <p:nvPr/>
        </p:nvGrpSpPr>
        <p:grpSpPr>
          <a:xfrm>
            <a:off x="-1070280" y="-916560"/>
            <a:ext cx="11273760" cy="6982200"/>
            <a:chOff x="-1070280" y="-916560"/>
            <a:chExt cx="11273760" cy="6982200"/>
          </a:xfrm>
        </p:grpSpPr>
        <p:pic>
          <p:nvPicPr>
            <p:cNvPr id="113" name="Google Shape;242;p28" descr=""/>
            <p:cNvPicPr/>
            <p:nvPr/>
          </p:nvPicPr>
          <p:blipFill>
            <a:blip r:embed="rId2"/>
            <a:stretch/>
          </p:blipFill>
          <p:spPr>
            <a:xfrm rot="2700000">
              <a:off x="8404560" y="-607680"/>
              <a:ext cx="1490400" cy="1490400"/>
            </a:xfrm>
            <a:prstGeom prst="rect">
              <a:avLst/>
            </a:prstGeom>
            <a:ln w="0">
              <a:noFill/>
            </a:ln>
          </p:spPr>
        </p:pic>
        <p:pic>
          <p:nvPicPr>
            <p:cNvPr id="114" name="Google Shape;243;p28" descr=""/>
            <p:cNvPicPr/>
            <p:nvPr/>
          </p:nvPicPr>
          <p:blipFill>
            <a:blip r:embed="rId3"/>
            <a:stretch/>
          </p:blipFill>
          <p:spPr>
            <a:xfrm rot="2700000">
              <a:off x="-761760" y="4266360"/>
              <a:ext cx="1490400" cy="1490400"/>
            </a:xfrm>
            <a:prstGeom prst="rect">
              <a:avLst/>
            </a:prstGeom>
            <a:ln w="0">
              <a:noFill/>
            </a:ln>
          </p:spPr>
        </p:pic>
      </p:grpSp>
      <p:pic>
        <p:nvPicPr>
          <p:cNvPr id="115" name="Google Shape;244;p28" descr=""/>
          <p:cNvPicPr/>
          <p:nvPr/>
        </p:nvPicPr>
        <p:blipFill>
          <a:blip r:embed="rId4"/>
          <a:srcRect l="58339" t="13665" r="20464" b="52777"/>
          <a:stretch/>
        </p:blipFill>
        <p:spPr>
          <a:xfrm rot="5400000">
            <a:off x="79920" y="-84600"/>
            <a:ext cx="1266120" cy="1435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7" r:id="rId5"/>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117" name="Google Shape;247;p29"/>
          <p:cNvGrpSpPr/>
          <p:nvPr/>
        </p:nvGrpSpPr>
        <p:grpSpPr>
          <a:xfrm>
            <a:off x="-61200" y="-2564280"/>
            <a:ext cx="9204840" cy="9081360"/>
            <a:chOff x="-61200" y="-2564280"/>
            <a:chExt cx="9204840" cy="9081360"/>
          </a:xfrm>
        </p:grpSpPr>
        <p:pic>
          <p:nvPicPr>
            <p:cNvPr id="118" name="Google Shape;248;p29" descr=""/>
            <p:cNvPicPr/>
            <p:nvPr/>
          </p:nvPicPr>
          <p:blipFill>
            <a:blip r:embed="rId2"/>
            <a:stretch/>
          </p:blipFill>
          <p:spPr>
            <a:xfrm flipH="1" rot="10800000">
              <a:off x="-60840" y="-2564280"/>
              <a:ext cx="1548360" cy="3106440"/>
            </a:xfrm>
            <a:prstGeom prst="rect">
              <a:avLst/>
            </a:prstGeom>
            <a:ln w="0">
              <a:noFill/>
            </a:ln>
          </p:spPr>
        </p:pic>
        <p:pic>
          <p:nvPicPr>
            <p:cNvPr id="119" name="Google Shape;249;p29" descr=""/>
            <p:cNvPicPr/>
            <p:nvPr/>
          </p:nvPicPr>
          <p:blipFill>
            <a:blip r:embed="rId3"/>
            <a:stretch/>
          </p:blipFill>
          <p:spPr>
            <a:xfrm flipH="1" rot="10800000">
              <a:off x="7227000" y="4604400"/>
              <a:ext cx="1916640" cy="1912680"/>
            </a:xfrm>
            <a:prstGeom prst="rect">
              <a:avLst/>
            </a:prstGeom>
            <a:ln w="0">
              <a:noFill/>
            </a:ln>
          </p:spPr>
        </p:pic>
      </p:grpSp>
      <p:sp>
        <p:nvSpPr>
          <p:cNvPr id="120" name="Google Shape;250;p29"/>
          <p:cNvSpPr/>
          <p:nvPr/>
        </p:nvSpPr>
        <p:spPr>
          <a:xfrm>
            <a:off x="-628560" y="3862080"/>
            <a:ext cx="1145520" cy="1145520"/>
          </a:xfrm>
          <a:prstGeom prst="star16">
            <a:avLst>
              <a:gd name="adj" fmla="val 0"/>
            </a:avLst>
          </a:prstGeom>
          <a:solidFill>
            <a:schemeClr val="lt2"/>
          </a:solidFill>
          <a:ln w="19050">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713160" y="539640"/>
            <a:ext cx="3711960" cy="122508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122" name="Google Shape;254;p30"/>
          <p:cNvSpPr/>
          <p:nvPr/>
        </p:nvSpPr>
        <p:spPr>
          <a:xfrm>
            <a:off x="713160" y="360216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200" spc="-1" strike="noStrike">
                <a:solidFill>
                  <a:schemeClr val="dk1"/>
                </a:solidFill>
                <a:latin typeface="Assistant"/>
                <a:ea typeface="Assistant"/>
              </a:rPr>
              <a:t>CREDITS:</a:t>
            </a:r>
            <a:r>
              <a:rPr b="0" lang="en" sz="1200" spc="-1" strike="noStrike">
                <a:solidFill>
                  <a:schemeClr val="dk1"/>
                </a:solidFill>
                <a:latin typeface="Assistant"/>
                <a:ea typeface="Assistant"/>
              </a:rPr>
              <a:t> This presentation template was created by </a:t>
            </a:r>
            <a:r>
              <a:rPr b="1" lang="en" sz="1200" spc="-1" strike="noStrike" u="sng">
                <a:solidFill>
                  <a:schemeClr val="hlink"/>
                </a:solidFill>
                <a:uFillTx/>
                <a:latin typeface="Assistant"/>
                <a:ea typeface="Assistant"/>
                <a:hlinkClick r:id="rId2"/>
              </a:rPr>
              <a:t>Slidesgo</a:t>
            </a:r>
            <a:r>
              <a:rPr b="0" lang="en" sz="1200" spc="-1" strike="noStrike">
                <a:solidFill>
                  <a:schemeClr val="dk1"/>
                </a:solidFill>
                <a:latin typeface="Assistant"/>
                <a:ea typeface="Assistant"/>
              </a:rPr>
              <a:t>, and includes icons by </a:t>
            </a:r>
            <a:r>
              <a:rPr b="1" lang="en" sz="1200" spc="-1" strike="noStrike" u="sng">
                <a:solidFill>
                  <a:schemeClr val="dk1"/>
                </a:solidFill>
                <a:uFillTx/>
                <a:latin typeface="Assistant"/>
                <a:ea typeface="Assistant"/>
                <a:hlinkClick r:id="rId3"/>
              </a:rPr>
              <a:t>Flaticon</a:t>
            </a:r>
            <a:r>
              <a:rPr b="0" lang="en" sz="1200" spc="-1" strike="noStrike">
                <a:solidFill>
                  <a:schemeClr val="dk1"/>
                </a:solidFill>
                <a:latin typeface="Assistant"/>
                <a:ea typeface="Assistant"/>
              </a:rPr>
              <a:t>, and infographics &amp; images by </a:t>
            </a:r>
            <a:r>
              <a:rPr b="1" lang="en" sz="1200" spc="-1" strike="noStrike" u="sng">
                <a:solidFill>
                  <a:schemeClr val="dk1"/>
                </a:solidFill>
                <a:uFillTx/>
                <a:latin typeface="Assistant"/>
                <a:ea typeface="Assistant"/>
                <a:hlinkClick r:id="rId4"/>
              </a:rPr>
              <a:t>Freepik</a:t>
            </a:r>
            <a:r>
              <a:rPr b="0" lang="en" sz="1200" spc="-1" strike="noStrike" u="sng">
                <a:solidFill>
                  <a:schemeClr val="dk1"/>
                </a:solidFill>
                <a:uFillTx/>
                <a:latin typeface="Assistant"/>
                <a:ea typeface="Assistant"/>
              </a:rPr>
              <a:t> </a:t>
            </a:r>
            <a:endParaRPr b="0" lang="en-US" sz="1200" spc="-1" strike="noStrike">
              <a:solidFill>
                <a:srgbClr val="000000"/>
              </a:solidFill>
              <a:latin typeface="OpenSymbol"/>
            </a:endParaRPr>
          </a:p>
        </p:txBody>
      </p:sp>
      <p:pic>
        <p:nvPicPr>
          <p:cNvPr id="123" name="Google Shape;255;p30" descr=""/>
          <p:cNvPicPr/>
          <p:nvPr/>
        </p:nvPicPr>
        <p:blipFill>
          <a:blip r:embed="rId5"/>
          <a:stretch/>
        </p:blipFill>
        <p:spPr>
          <a:xfrm>
            <a:off x="5532120" y="4168800"/>
            <a:ext cx="1548360" cy="3106440"/>
          </a:xfrm>
          <a:prstGeom prst="rect">
            <a:avLst/>
          </a:prstGeom>
          <a:ln w="0">
            <a:noFill/>
          </a:ln>
        </p:spPr>
      </p:pic>
      <p:sp>
        <p:nvSpPr>
          <p:cNvPr id="12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6"/>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720000" y="5421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26" name="PlaceHolder 2"/>
          <p:cNvSpPr>
            <a:spLocks noGrp="1"/>
          </p:cNvSpPr>
          <p:nvPr>
            <p:ph type="body"/>
          </p:nvPr>
        </p:nvSpPr>
        <p:spPr>
          <a:xfrm>
            <a:off x="720000" y="1215720"/>
            <a:ext cx="7703640" cy="3427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127" name="Google Shape;26;p4"/>
          <p:cNvGrpSpPr/>
          <p:nvPr/>
        </p:nvGrpSpPr>
        <p:grpSpPr>
          <a:xfrm>
            <a:off x="122040" y="-1468080"/>
            <a:ext cx="9021600" cy="6397920"/>
            <a:chOff x="122040" y="-1468080"/>
            <a:chExt cx="9021600" cy="6397920"/>
          </a:xfrm>
        </p:grpSpPr>
        <p:pic>
          <p:nvPicPr>
            <p:cNvPr id="128" name="Google Shape;27;p4" descr=""/>
            <p:cNvPicPr/>
            <p:nvPr/>
          </p:nvPicPr>
          <p:blipFill>
            <a:blip r:embed="rId2"/>
            <a:stretch/>
          </p:blipFill>
          <p:spPr>
            <a:xfrm>
              <a:off x="7887960" y="-806400"/>
              <a:ext cx="1255680" cy="1251000"/>
            </a:xfrm>
            <a:prstGeom prst="rect">
              <a:avLst/>
            </a:prstGeom>
            <a:ln w="0">
              <a:noFill/>
            </a:ln>
          </p:spPr>
        </p:pic>
        <p:pic>
          <p:nvPicPr>
            <p:cNvPr id="129" name="Google Shape;28;p4" descr=""/>
            <p:cNvPicPr/>
            <p:nvPr/>
          </p:nvPicPr>
          <p:blipFill>
            <a:blip r:embed="rId3"/>
            <a:stretch/>
          </p:blipFill>
          <p:spPr>
            <a:xfrm>
              <a:off x="6897600" y="-1468080"/>
              <a:ext cx="1916640" cy="1912680"/>
            </a:xfrm>
            <a:prstGeom prst="rect">
              <a:avLst/>
            </a:prstGeom>
            <a:ln w="0">
              <a:noFill/>
            </a:ln>
          </p:spPr>
        </p:pic>
        <p:pic>
          <p:nvPicPr>
            <p:cNvPr id="130" name="Google Shape;29;p4" descr=""/>
            <p:cNvPicPr/>
            <p:nvPr/>
          </p:nvPicPr>
          <p:blipFill>
            <a:blip r:embed="rId4"/>
            <a:stretch/>
          </p:blipFill>
          <p:spPr>
            <a:xfrm>
              <a:off x="122040" y="4468320"/>
              <a:ext cx="462240" cy="46152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93" r:id="rId5"/>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3" name="Google Shape;257;p31"/>
          <p:cNvGrpSpPr/>
          <p:nvPr/>
        </p:nvGrpSpPr>
        <p:grpSpPr>
          <a:xfrm>
            <a:off x="0" y="0"/>
            <a:ext cx="9144000" cy="6771960"/>
            <a:chOff x="0" y="0"/>
            <a:chExt cx="9144000" cy="6771960"/>
          </a:xfrm>
        </p:grpSpPr>
        <p:pic>
          <p:nvPicPr>
            <p:cNvPr id="134" name="Google Shape;258;p31" descr=""/>
            <p:cNvPicPr/>
            <p:nvPr/>
          </p:nvPicPr>
          <p:blipFill>
            <a:blip r:embed="rId2"/>
            <a:srcRect l="75560" t="27570" r="-3177" b="7889"/>
            <a:stretch/>
          </p:blipFill>
          <p:spPr>
            <a:xfrm flipH="1">
              <a:off x="7493760" y="2382480"/>
              <a:ext cx="1650240" cy="2760840"/>
            </a:xfrm>
            <a:prstGeom prst="rect">
              <a:avLst/>
            </a:prstGeom>
            <a:ln w="0">
              <a:noFill/>
            </a:ln>
          </p:spPr>
        </p:pic>
        <p:pic>
          <p:nvPicPr>
            <p:cNvPr id="135" name="Google Shape;259;p31" descr=""/>
            <p:cNvPicPr/>
            <p:nvPr/>
          </p:nvPicPr>
          <p:blipFill>
            <a:blip r:embed="rId3"/>
            <a:stretch/>
          </p:blipFill>
          <p:spPr>
            <a:xfrm>
              <a:off x="0" y="3665520"/>
              <a:ext cx="1548360" cy="3106440"/>
            </a:xfrm>
            <a:prstGeom prst="rect">
              <a:avLst/>
            </a:prstGeom>
            <a:ln w="0">
              <a:noFill/>
            </a:ln>
          </p:spPr>
        </p:pic>
        <p:pic>
          <p:nvPicPr>
            <p:cNvPr id="136" name="Google Shape;260;p31" descr=""/>
            <p:cNvPicPr/>
            <p:nvPr/>
          </p:nvPicPr>
          <p:blipFill>
            <a:blip r:embed="rId4"/>
            <a:srcRect l="-7940" t="76306" r="76650" b="-4189"/>
            <a:stretch/>
          </p:blipFill>
          <p:spPr>
            <a:xfrm flipH="1">
              <a:off x="360" y="0"/>
              <a:ext cx="1869480" cy="11930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95" r:id="rId5"/>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7" name="Google Shape;262;p32"/>
          <p:cNvGrpSpPr/>
          <p:nvPr/>
        </p:nvGrpSpPr>
        <p:grpSpPr>
          <a:xfrm>
            <a:off x="-1033200" y="-1104120"/>
            <a:ext cx="11255760" cy="7337880"/>
            <a:chOff x="-1033200" y="-1104120"/>
            <a:chExt cx="11255760" cy="7337880"/>
          </a:xfrm>
        </p:grpSpPr>
        <p:pic>
          <p:nvPicPr>
            <p:cNvPr id="138" name="Google Shape;263;p32" descr=""/>
            <p:cNvPicPr/>
            <p:nvPr/>
          </p:nvPicPr>
          <p:blipFill>
            <a:blip r:embed="rId2"/>
            <a:stretch/>
          </p:blipFill>
          <p:spPr>
            <a:xfrm rot="2700000">
              <a:off x="-724680" y="4434120"/>
              <a:ext cx="1490400" cy="1490400"/>
            </a:xfrm>
            <a:prstGeom prst="rect">
              <a:avLst/>
            </a:prstGeom>
            <a:ln w="0">
              <a:noFill/>
            </a:ln>
          </p:spPr>
        </p:pic>
        <p:pic>
          <p:nvPicPr>
            <p:cNvPr id="139" name="Google Shape;264;p32" descr=""/>
            <p:cNvPicPr/>
            <p:nvPr/>
          </p:nvPicPr>
          <p:blipFill>
            <a:blip r:embed="rId3"/>
            <a:stretch/>
          </p:blipFill>
          <p:spPr>
            <a:xfrm rot="2700000">
              <a:off x="-720360" y="-795240"/>
              <a:ext cx="1490400" cy="1490400"/>
            </a:xfrm>
            <a:prstGeom prst="rect">
              <a:avLst/>
            </a:prstGeom>
            <a:ln w="0">
              <a:noFill/>
            </a:ln>
          </p:spPr>
        </p:pic>
        <p:pic>
          <p:nvPicPr>
            <p:cNvPr id="140" name="Google Shape;265;p32" descr=""/>
            <p:cNvPicPr/>
            <p:nvPr/>
          </p:nvPicPr>
          <p:blipFill>
            <a:blip r:embed="rId4"/>
            <a:stretch/>
          </p:blipFill>
          <p:spPr>
            <a:xfrm rot="2700000">
              <a:off x="8423640" y="4434480"/>
              <a:ext cx="1490400" cy="149040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97" r:id="rId5"/>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1"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142" name="Google Shape;36;p5"/>
          <p:cNvGrpSpPr/>
          <p:nvPr/>
        </p:nvGrpSpPr>
        <p:grpSpPr>
          <a:xfrm>
            <a:off x="-61200" y="-2564280"/>
            <a:ext cx="9952560" cy="3378240"/>
            <a:chOff x="-61200" y="-2564280"/>
            <a:chExt cx="9952560" cy="3378240"/>
          </a:xfrm>
        </p:grpSpPr>
        <p:pic>
          <p:nvPicPr>
            <p:cNvPr id="143" name="Google Shape;37;p5" descr=""/>
            <p:cNvPicPr/>
            <p:nvPr/>
          </p:nvPicPr>
          <p:blipFill>
            <a:blip r:embed="rId2"/>
            <a:stretch/>
          </p:blipFill>
          <p:spPr>
            <a:xfrm rot="2700000">
              <a:off x="8092440" y="-984960"/>
              <a:ext cx="1490400" cy="1490400"/>
            </a:xfrm>
            <a:prstGeom prst="rect">
              <a:avLst/>
            </a:prstGeom>
            <a:ln w="0">
              <a:noFill/>
            </a:ln>
          </p:spPr>
        </p:pic>
        <p:pic>
          <p:nvPicPr>
            <p:cNvPr id="144" name="Google Shape;38;p5" descr=""/>
            <p:cNvPicPr/>
            <p:nvPr/>
          </p:nvPicPr>
          <p:blipFill>
            <a:blip r:embed="rId3"/>
            <a:stretch/>
          </p:blipFill>
          <p:spPr>
            <a:xfrm flipH="1" rot="10800000">
              <a:off x="-60840" y="-2564280"/>
              <a:ext cx="1548360" cy="31064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99" r:id="rId4"/>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720000" y="53964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149" name="Google Shape;41;p6" descr=""/>
          <p:cNvPicPr/>
          <p:nvPr/>
        </p:nvPicPr>
        <p:blipFill>
          <a:blip r:embed="rId2"/>
          <a:stretch/>
        </p:blipFill>
        <p:spPr>
          <a:xfrm flipH="1" rot="10800000">
            <a:off x="-60840" y="-2564280"/>
            <a:ext cx="1548360" cy="3106440"/>
          </a:xfrm>
          <a:prstGeom prst="rect">
            <a:avLst/>
          </a:prstGeom>
          <a:ln w="0">
            <a:noFill/>
          </a:ln>
        </p:spPr>
      </p:pic>
      <p:pic>
        <p:nvPicPr>
          <p:cNvPr id="150" name="Google Shape;42;p6" descr=""/>
          <p:cNvPicPr/>
          <p:nvPr/>
        </p:nvPicPr>
        <p:blipFill>
          <a:blip r:embed="rId3"/>
          <a:stretch/>
        </p:blipFill>
        <p:spPr>
          <a:xfrm flipH="1" rot="10800000">
            <a:off x="7227000" y="4604400"/>
            <a:ext cx="1916640" cy="1912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716400" y="53964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grpSp>
        <p:nvGrpSpPr>
          <p:cNvPr id="153" name="Google Shape;46;p7"/>
          <p:cNvGrpSpPr/>
          <p:nvPr/>
        </p:nvGrpSpPr>
        <p:grpSpPr>
          <a:xfrm>
            <a:off x="-1033200" y="-1104120"/>
            <a:ext cx="11255760" cy="7337520"/>
            <a:chOff x="-1033200" y="-1104120"/>
            <a:chExt cx="11255760" cy="7337520"/>
          </a:xfrm>
        </p:grpSpPr>
        <p:pic>
          <p:nvPicPr>
            <p:cNvPr id="154" name="Google Shape;47;p7" descr=""/>
            <p:cNvPicPr/>
            <p:nvPr/>
          </p:nvPicPr>
          <p:blipFill>
            <a:blip r:embed="rId2"/>
            <a:stretch/>
          </p:blipFill>
          <p:spPr>
            <a:xfrm rot="2700000">
              <a:off x="-724680" y="4434120"/>
              <a:ext cx="1490400" cy="1490400"/>
            </a:xfrm>
            <a:prstGeom prst="rect">
              <a:avLst/>
            </a:prstGeom>
            <a:ln w="0">
              <a:noFill/>
            </a:ln>
          </p:spPr>
        </p:pic>
        <p:pic>
          <p:nvPicPr>
            <p:cNvPr id="155" name="Google Shape;48;p7" descr=""/>
            <p:cNvPicPr/>
            <p:nvPr/>
          </p:nvPicPr>
          <p:blipFill>
            <a:blip r:embed="rId3"/>
            <a:stretch/>
          </p:blipFill>
          <p:spPr>
            <a:xfrm rot="2700000">
              <a:off x="8423640" y="-795240"/>
              <a:ext cx="1490400" cy="1490400"/>
            </a:xfrm>
            <a:prstGeom prst="rect">
              <a:avLst/>
            </a:prstGeom>
            <a:ln w="0">
              <a:noFill/>
            </a:ln>
          </p:spPr>
        </p:pic>
        <p:pic>
          <p:nvPicPr>
            <p:cNvPr id="156" name="Google Shape;49;p7" descr=""/>
            <p:cNvPicPr/>
            <p:nvPr/>
          </p:nvPicPr>
          <p:blipFill>
            <a:blip r:embed="rId4"/>
            <a:srcRect l="58339" t="13665" r="20464" b="52777"/>
            <a:stretch/>
          </p:blipFill>
          <p:spPr>
            <a:xfrm rot="16200000">
              <a:off x="7797600" y="3792600"/>
              <a:ext cx="1266120" cy="143532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703" r:id="rId5"/>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1969200" y="1813320"/>
            <a:ext cx="5204880" cy="151668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158" name="Google Shape;52;p8"/>
          <p:cNvSpPr/>
          <p:nvPr/>
        </p:nvSpPr>
        <p:spPr>
          <a:xfrm>
            <a:off x="396720" y="-623880"/>
            <a:ext cx="1727640" cy="1727640"/>
          </a:xfrm>
          <a:prstGeom prst="star16">
            <a:avLst>
              <a:gd name="adj" fmla="val 0"/>
            </a:avLst>
          </a:prstGeom>
          <a:solidFill>
            <a:schemeClr val="lt2"/>
          </a:solid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grpSp>
        <p:nvGrpSpPr>
          <p:cNvPr id="159" name="Google Shape;53;p8"/>
          <p:cNvGrpSpPr/>
          <p:nvPr/>
        </p:nvGrpSpPr>
        <p:grpSpPr>
          <a:xfrm>
            <a:off x="-1247760" y="-2525040"/>
            <a:ext cx="11250360" cy="12159720"/>
            <a:chOff x="-1247760" y="-2525040"/>
            <a:chExt cx="11250360" cy="12159720"/>
          </a:xfrm>
        </p:grpSpPr>
        <p:pic>
          <p:nvPicPr>
            <p:cNvPr id="160" name="Google Shape;54;p8" descr=""/>
            <p:cNvPicPr/>
            <p:nvPr/>
          </p:nvPicPr>
          <p:blipFill>
            <a:blip r:embed="rId2"/>
            <a:srcRect l="48022" t="0" r="0" b="35468"/>
            <a:stretch/>
          </p:blipFill>
          <p:spPr>
            <a:xfrm>
              <a:off x="-16200" y="2382480"/>
              <a:ext cx="3106440" cy="2760840"/>
            </a:xfrm>
            <a:prstGeom prst="rect">
              <a:avLst/>
            </a:prstGeom>
            <a:ln w="0">
              <a:noFill/>
            </a:ln>
          </p:spPr>
        </p:pic>
        <p:pic>
          <p:nvPicPr>
            <p:cNvPr id="161" name="Google Shape;55;p8" descr=""/>
            <p:cNvPicPr/>
            <p:nvPr/>
          </p:nvPicPr>
          <p:blipFill>
            <a:blip r:embed="rId3"/>
            <a:stretch/>
          </p:blipFill>
          <p:spPr>
            <a:xfrm rot="5400000">
              <a:off x="22680" y="3540600"/>
              <a:ext cx="1548360" cy="3106440"/>
            </a:xfrm>
            <a:prstGeom prst="rect">
              <a:avLst/>
            </a:prstGeom>
            <a:ln w="0">
              <a:noFill/>
            </a:ln>
          </p:spPr>
        </p:pic>
        <p:pic>
          <p:nvPicPr>
            <p:cNvPr id="162" name="Google Shape;56;p8" descr=""/>
            <p:cNvPicPr/>
            <p:nvPr/>
          </p:nvPicPr>
          <p:blipFill>
            <a:blip r:embed="rId4"/>
            <a:stretch/>
          </p:blipFill>
          <p:spPr>
            <a:xfrm flipH="1">
              <a:off x="-1247760" y="-2525040"/>
              <a:ext cx="5943240" cy="3308040"/>
            </a:xfrm>
            <a:prstGeom prst="rect">
              <a:avLst/>
            </a:prstGeom>
            <a:ln w="0">
              <a:noFill/>
            </a:ln>
          </p:spPr>
        </p:pic>
        <p:pic>
          <p:nvPicPr>
            <p:cNvPr id="163" name="Google Shape;57;p8" descr=""/>
            <p:cNvPicPr/>
            <p:nvPr/>
          </p:nvPicPr>
          <p:blipFill>
            <a:blip r:embed="rId5"/>
            <a:stretch/>
          </p:blipFill>
          <p:spPr>
            <a:xfrm flipH="1" rot="5400000">
              <a:off x="5376600" y="5009040"/>
              <a:ext cx="5943240" cy="3308040"/>
            </a:xfrm>
            <a:prstGeom prst="rect">
              <a:avLst/>
            </a:prstGeom>
            <a:ln w="0">
              <a:noFill/>
            </a:ln>
          </p:spPr>
        </p:pic>
        <p:pic>
          <p:nvPicPr>
            <p:cNvPr id="164" name="Google Shape;58;p8" descr=""/>
            <p:cNvPicPr/>
            <p:nvPr/>
          </p:nvPicPr>
          <p:blipFill>
            <a:blip r:embed="rId6"/>
            <a:srcRect l="-12108" t="75983" r="60123" b="-3875"/>
            <a:stretch/>
          </p:blipFill>
          <p:spPr>
            <a:xfrm>
              <a:off x="6037200" y="0"/>
              <a:ext cx="3106440" cy="11930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705" r:id="rId7"/>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5" name="PlaceHolder 1"/>
          <p:cNvSpPr>
            <a:spLocks noGrp="1"/>
          </p:cNvSpPr>
          <p:nvPr>
            <p:ph type="title"/>
          </p:nvPr>
        </p:nvSpPr>
        <p:spPr>
          <a:xfrm>
            <a:off x="2135520" y="1298520"/>
            <a:ext cx="4872600" cy="1460520"/>
          </a:xfrm>
          <a:prstGeom prst="rect">
            <a:avLst/>
          </a:prstGeom>
          <a:noFill/>
          <a:ln w="0">
            <a:noFill/>
          </a:ln>
        </p:spPr>
        <p:txBody>
          <a:bodyPr lIns="91440" rIns="91440" tIns="91440" bIns="91440" anchor="b">
            <a:noAutofit/>
          </a:bodyPr>
          <a:p>
            <a:pPr indent="0">
              <a:buNone/>
            </a:pPr>
            <a:r>
              <a:rPr b="0" lang="fr-FR" sz="7000" spc="-1" strike="noStrike">
                <a:solidFill>
                  <a:schemeClr val="dk1"/>
                </a:solidFill>
                <a:latin typeface="Arial"/>
              </a:rPr>
              <a:t>Click to edit the title text format</a:t>
            </a:r>
            <a:endParaRPr b="0" lang="fr-FR" sz="7000" spc="-1" strike="noStrike">
              <a:solidFill>
                <a:schemeClr val="dk1"/>
              </a:solidFill>
              <a:latin typeface="Arial"/>
            </a:endParaRPr>
          </a:p>
        </p:txBody>
      </p:sp>
      <p:grpSp>
        <p:nvGrpSpPr>
          <p:cNvPr id="166" name="Google Shape;62;p9"/>
          <p:cNvGrpSpPr/>
          <p:nvPr/>
        </p:nvGrpSpPr>
        <p:grpSpPr>
          <a:xfrm>
            <a:off x="360" y="-9720"/>
            <a:ext cx="9165600" cy="5153040"/>
            <a:chOff x="360" y="-9720"/>
            <a:chExt cx="9165600" cy="5153040"/>
          </a:xfrm>
        </p:grpSpPr>
        <p:pic>
          <p:nvPicPr>
            <p:cNvPr id="167" name="Google Shape;63;p9" descr=""/>
            <p:cNvPicPr/>
            <p:nvPr/>
          </p:nvPicPr>
          <p:blipFill>
            <a:blip r:embed="rId2"/>
            <a:srcRect l="75560" t="27570" r="-3177" b="7889"/>
            <a:stretch/>
          </p:blipFill>
          <p:spPr>
            <a:xfrm flipH="1">
              <a:off x="7493760" y="2382480"/>
              <a:ext cx="1650240" cy="2760840"/>
            </a:xfrm>
            <a:prstGeom prst="rect">
              <a:avLst/>
            </a:prstGeom>
            <a:ln w="0">
              <a:noFill/>
            </a:ln>
          </p:spPr>
        </p:pic>
        <p:pic>
          <p:nvPicPr>
            <p:cNvPr id="168" name="Google Shape;64;p9" descr=""/>
            <p:cNvPicPr/>
            <p:nvPr/>
          </p:nvPicPr>
          <p:blipFill>
            <a:blip r:embed="rId3"/>
            <a:srcRect l="22332" t="0" r="0" b="15709"/>
            <a:stretch/>
          </p:blipFill>
          <p:spPr>
            <a:xfrm flipH="1" rot="16200000">
              <a:off x="7255440" y="-717480"/>
              <a:ext cx="1202400" cy="2618280"/>
            </a:xfrm>
            <a:prstGeom prst="rect">
              <a:avLst/>
            </a:prstGeom>
            <a:ln w="0">
              <a:noFill/>
            </a:ln>
          </p:spPr>
        </p:pic>
        <p:pic>
          <p:nvPicPr>
            <p:cNvPr id="169" name="Google Shape;65;p9" descr=""/>
            <p:cNvPicPr/>
            <p:nvPr/>
          </p:nvPicPr>
          <p:blipFill>
            <a:blip r:embed="rId4"/>
            <a:srcRect l="-7940" t="76306" r="76650" b="-4189"/>
            <a:stretch/>
          </p:blipFill>
          <p:spPr>
            <a:xfrm flipH="1">
              <a:off x="360" y="0"/>
              <a:ext cx="1869480" cy="1193040"/>
            </a:xfrm>
            <a:prstGeom prst="rect">
              <a:avLst/>
            </a:prstGeom>
            <a:ln w="0">
              <a:noFill/>
            </a:ln>
          </p:spPr>
        </p:pic>
      </p:grpSp>
      <p:pic>
        <p:nvPicPr>
          <p:cNvPr id="170" name="Google Shape;66;p9" descr=""/>
          <p:cNvPicPr/>
          <p:nvPr/>
        </p:nvPicPr>
        <p:blipFill>
          <a:blip r:embed="rId5"/>
          <a:srcRect l="33298" t="38998" r="0" b="0"/>
          <a:stretch/>
        </p:blipFill>
        <p:spPr>
          <a:xfrm rot="16200000">
            <a:off x="-983520" y="2166480"/>
            <a:ext cx="3963960" cy="2017800"/>
          </a:xfrm>
          <a:prstGeom prst="rect">
            <a:avLst/>
          </a:prstGeom>
          <a:ln w="0">
            <a:noFill/>
          </a:ln>
        </p:spPr>
      </p:pic>
      <p:sp>
        <p:nvSpPr>
          <p:cNvPr id="17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6"/>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2" name="PlaceHolder 1"/>
          <p:cNvSpPr>
            <a:spLocks noGrp="1"/>
          </p:cNvSpPr>
          <p:nvPr>
            <p:ph type="body"/>
          </p:nvPr>
        </p:nvSpPr>
        <p:spPr>
          <a:xfrm>
            <a:off x="-6480" y="-6480"/>
            <a:ext cx="915012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73" name="PlaceHolder 2"/>
          <p:cNvSpPr>
            <a:spLocks noGrp="1"/>
          </p:cNvSpPr>
          <p:nvPr>
            <p:ph type="title"/>
          </p:nvPr>
        </p:nvSpPr>
        <p:spPr>
          <a:xfrm>
            <a:off x="1342080" y="3943800"/>
            <a:ext cx="6459480" cy="643320"/>
          </a:xfrm>
          <a:prstGeom prst="rect">
            <a:avLst/>
          </a:prstGeom>
          <a:solidFill>
            <a:schemeClr val="dk2"/>
          </a:solidFill>
          <a:ln w="0">
            <a:noFill/>
          </a:ln>
        </p:spPr>
        <p:txBody>
          <a:bodyPr lIns="91440" rIns="91440" tIns="91440" bIns="91440" anchor="ctr">
            <a:noAutofit/>
          </a:bodyPr>
          <a:p>
            <a:pPr indent="0">
              <a:buNone/>
            </a:pPr>
            <a:r>
              <a:rPr b="0" lang="fr-FR" sz="2800" spc="-1" strike="noStrike">
                <a:solidFill>
                  <a:schemeClr val="dk1"/>
                </a:solidFill>
                <a:latin typeface="Arial"/>
              </a:rPr>
              <a:t>Click to edit the title text format</a:t>
            </a:r>
            <a:endParaRPr b="0" lang="fr-FR" sz="2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723600" y="511200"/>
            <a:ext cx="769680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1.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1028880" y="1476360"/>
            <a:ext cx="7076880" cy="151416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 sz="4400" spc="-1" strike="noStrike">
                <a:solidFill>
                  <a:schemeClr val="dk1"/>
                </a:solidFill>
                <a:latin typeface="Marcellus"/>
                <a:ea typeface="Marcellus"/>
              </a:rPr>
              <a:t>Ethical Decision Simulations</a:t>
            </a:r>
            <a:endParaRPr b="0" lang="fr-FR" sz="4400" spc="-1" strike="noStrike">
              <a:solidFill>
                <a:schemeClr val="dk1"/>
              </a:solidFill>
              <a:latin typeface="Arial"/>
            </a:endParaRPr>
          </a:p>
        </p:txBody>
      </p:sp>
      <p:sp>
        <p:nvSpPr>
          <p:cNvPr id="176" name="PlaceHolder 2"/>
          <p:cNvSpPr>
            <a:spLocks noGrp="1"/>
          </p:cNvSpPr>
          <p:nvPr>
            <p:ph type="subTitle"/>
          </p:nvPr>
        </p:nvSpPr>
        <p:spPr>
          <a:xfrm>
            <a:off x="2600280" y="3191040"/>
            <a:ext cx="3952440" cy="475920"/>
          </a:xfrm>
          <a:prstGeom prst="rect">
            <a:avLst/>
          </a:prstGeom>
          <a:solidFill>
            <a:schemeClr val="dk2"/>
          </a:solidFill>
          <a:ln w="0">
            <a:noFill/>
          </a:ln>
        </p:spPr>
        <p:txBody>
          <a:bodyPr lIns="91440" rIns="91440" tIns="91440" bIns="91440" anchor="t">
            <a:normAutofit fontScale="86943"/>
          </a:bodyPr>
          <a:p>
            <a:pPr indent="0" algn="ctr">
              <a:lnSpc>
                <a:spcPct val="100000"/>
              </a:lnSpc>
              <a:buNone/>
              <a:tabLst>
                <a:tab algn="l" pos="0"/>
              </a:tabLst>
            </a:pPr>
            <a:r>
              <a:rPr b="0" lang="en" sz="1600" spc="-1" strike="noStrike">
                <a:solidFill>
                  <a:schemeClr val="dk1"/>
                </a:solidFill>
                <a:latin typeface="Assistant"/>
                <a:ea typeface="Assistant"/>
              </a:rPr>
              <a:t>Exploring Mistral's Role in Enhancing Ethical Learning</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Google Shape;483;p50" descr=""/>
          <p:cNvPicPr/>
          <p:nvPr/>
        </p:nvPicPr>
        <p:blipFill>
          <a:blip r:embed="rId1"/>
          <a:srcRect l="0" t="20083" r="0" b="20083"/>
          <a:stretch/>
        </p:blipFill>
        <p:spPr>
          <a:xfrm>
            <a:off x="4239360" y="690480"/>
            <a:ext cx="4191120" cy="3762720"/>
          </a:xfrm>
          <a:prstGeom prst="rect">
            <a:avLst/>
          </a:prstGeom>
          <a:ln w="0">
            <a:noFill/>
          </a:ln>
        </p:spPr>
      </p:pic>
      <p:sp>
        <p:nvSpPr>
          <p:cNvPr id="178" name="PlaceHolder 1"/>
          <p:cNvSpPr>
            <a:spLocks noGrp="1"/>
          </p:cNvSpPr>
          <p:nvPr>
            <p:ph type="title"/>
          </p:nvPr>
        </p:nvSpPr>
        <p:spPr>
          <a:xfrm>
            <a:off x="723960" y="1247760"/>
            <a:ext cx="3276360" cy="163800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Marcellus"/>
                <a:ea typeface="Marcellus"/>
              </a:rPr>
              <a:t>Introduction</a:t>
            </a:r>
            <a:endParaRPr b="0" lang="fr-FR" sz="3000" spc="-1" strike="noStrike">
              <a:solidFill>
                <a:schemeClr val="dk1"/>
              </a:solidFill>
              <a:latin typeface="Arial"/>
            </a:endParaRPr>
          </a:p>
        </p:txBody>
      </p:sp>
      <p:sp>
        <p:nvSpPr>
          <p:cNvPr id="179" name="PlaceHolder 2"/>
          <p:cNvSpPr>
            <a:spLocks noGrp="1"/>
          </p:cNvSpPr>
          <p:nvPr>
            <p:ph type="subTitle"/>
          </p:nvPr>
        </p:nvSpPr>
        <p:spPr>
          <a:xfrm>
            <a:off x="723960" y="2886120"/>
            <a:ext cx="3276360" cy="1114200"/>
          </a:xfrm>
          <a:prstGeom prst="rect">
            <a:avLst/>
          </a:prstGeom>
          <a:noFill/>
          <a:ln w="0">
            <a:noFill/>
          </a:ln>
        </p:spPr>
        <p:txBody>
          <a:bodyPr lIns="91440" rIns="91440" tIns="91440" bIns="91440" anchor="t">
            <a:normAutofit fontScale="87123"/>
          </a:bodyPr>
          <a:p>
            <a:pPr indent="0">
              <a:lnSpc>
                <a:spcPct val="100000"/>
              </a:lnSpc>
              <a:buNone/>
              <a:tabLst>
                <a:tab algn="l" pos="0"/>
              </a:tabLst>
            </a:pPr>
            <a:r>
              <a:rPr b="0" lang="en" sz="1400" spc="-1" strike="noStrike">
                <a:solidFill>
                  <a:schemeClr val="dk1"/>
                </a:solidFill>
                <a:latin typeface="Assistant"/>
                <a:ea typeface="Assistant"/>
              </a:rPr>
              <a:t>This presentation explores ethical decision-making simulations, specifically utilizing Mistral. These simulations aim to enhance learning by immersing participants in realistic ethical dilemmas and helping them develop critical thinking skills.</a:t>
            </a:r>
            <a:endParaRPr b="0" lang="en-US" sz="14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723960" y="2133720"/>
            <a:ext cx="4086000" cy="1657080"/>
          </a:xfrm>
          <a:prstGeom prst="rect">
            <a:avLst/>
          </a:prstGeom>
          <a:noFill/>
          <a:ln w="0">
            <a:noFill/>
          </a:ln>
        </p:spPr>
        <p:txBody>
          <a:bodyPr lIns="91440" rIns="91440" tIns="91440" bIns="91440" anchor="b">
            <a:normAutofit fontScale="96793"/>
          </a:bodyPr>
          <a:p>
            <a:pPr indent="0">
              <a:lnSpc>
                <a:spcPct val="100000"/>
              </a:lnSpc>
              <a:buNone/>
              <a:tabLst>
                <a:tab algn="l" pos="0"/>
              </a:tabLst>
            </a:pPr>
            <a:r>
              <a:rPr b="0" lang="en" sz="5000" spc="-1" strike="noStrike">
                <a:solidFill>
                  <a:schemeClr val="dk1"/>
                </a:solidFill>
                <a:latin typeface="Marcellus"/>
                <a:ea typeface="Marcellus"/>
              </a:rPr>
              <a:t>Simulations Overview</a:t>
            </a:r>
            <a:endParaRPr b="0" lang="fr-FR" sz="5000" spc="-1" strike="noStrike">
              <a:solidFill>
                <a:schemeClr val="dk1"/>
              </a:solidFill>
              <a:latin typeface="Arial"/>
            </a:endParaRPr>
          </a:p>
        </p:txBody>
      </p:sp>
      <p:sp>
        <p:nvSpPr>
          <p:cNvPr id="181" name="PlaceHolder 2"/>
          <p:cNvSpPr>
            <a:spLocks noGrp="1"/>
          </p:cNvSpPr>
          <p:nvPr>
            <p:ph type="title"/>
          </p:nvPr>
        </p:nvSpPr>
        <p:spPr>
          <a:xfrm>
            <a:off x="723960" y="828720"/>
            <a:ext cx="1161720" cy="1085400"/>
          </a:xfrm>
          <a:prstGeom prst="rect">
            <a:avLst/>
          </a:prstGeom>
          <a:solidFill>
            <a:schemeClr val="dk2"/>
          </a:solidFill>
          <a:ln w="0">
            <a:noFill/>
          </a:ln>
        </p:spPr>
        <p:txBody>
          <a:bodyPr lIns="91440" rIns="91440" tIns="91440" bIns="91440" anchor="ctr">
            <a:normAutofit/>
          </a:bodyPr>
          <a:p>
            <a:pPr indent="0" algn="ctr">
              <a:lnSpc>
                <a:spcPct val="100000"/>
              </a:lnSpc>
              <a:buNone/>
              <a:tabLst>
                <a:tab algn="l" pos="0"/>
              </a:tabLst>
            </a:pPr>
            <a:r>
              <a:rPr b="0" lang="en" sz="5000" spc="-1" strike="noStrike">
                <a:solidFill>
                  <a:schemeClr val="dk1"/>
                </a:solidFill>
                <a:latin typeface="Marcellus"/>
                <a:ea typeface="Marcellus"/>
              </a:rPr>
              <a:t>01</a:t>
            </a:r>
            <a:endParaRPr b="0" lang="fr-FR" sz="5000" spc="-1" strike="noStrike">
              <a:solidFill>
                <a:schemeClr val="dk1"/>
              </a:solidFill>
              <a:latin typeface="Arial"/>
            </a:endParaRPr>
          </a:p>
        </p:txBody>
      </p:sp>
      <p:sp>
        <p:nvSpPr>
          <p:cNvPr id="182" name="PlaceHolder 3"/>
          <p:cNvSpPr>
            <a:spLocks noGrp="1"/>
          </p:cNvSpPr>
          <p:nvPr>
            <p:ph type="subTitle"/>
          </p:nvPr>
        </p:nvSpPr>
        <p:spPr>
          <a:xfrm>
            <a:off x="723960" y="3933720"/>
            <a:ext cx="4086000" cy="371160"/>
          </a:xfrm>
          <a:prstGeom prst="rect">
            <a:avLst/>
          </a:prstGeom>
          <a:noFill/>
          <a:ln w="0">
            <a:noFill/>
          </a:ln>
        </p:spPr>
        <p:txBody>
          <a:bodyPr lIns="91440" rIns="91440" tIns="91440" bIns="91440" anchor="t">
            <a:normAutofit fontScale="80688"/>
          </a:bodyPr>
          <a:p>
            <a:pPr indent="0" algn="ctr">
              <a:buNone/>
            </a:pPr>
            <a:endParaRPr b="0" lang="en-US" sz="1600" spc="-1" strike="noStrike">
              <a:solidFill>
                <a:schemeClr val="dk1"/>
              </a:solidFill>
              <a:latin typeface="Assistant"/>
              <a:ea typeface="Assistant"/>
            </a:endParaRPr>
          </a:p>
        </p:txBody>
      </p:sp>
      <p:grpSp>
        <p:nvGrpSpPr>
          <p:cNvPr id="183" name="Google Shape;317;p40"/>
          <p:cNvGrpSpPr/>
          <p:nvPr/>
        </p:nvGrpSpPr>
        <p:grpSpPr>
          <a:xfrm>
            <a:off x="5464080" y="-16200"/>
            <a:ext cx="3705120" cy="5171040"/>
            <a:chOff x="5464080" y="-16200"/>
            <a:chExt cx="3705120" cy="5171040"/>
          </a:xfrm>
        </p:grpSpPr>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2133720" y="1295280"/>
            <a:ext cx="4876560" cy="1456920"/>
          </a:xfrm>
          <a:prstGeom prst="rect">
            <a:avLst/>
          </a:prstGeom>
          <a:noFill/>
          <a:ln w="0">
            <a:noFill/>
          </a:ln>
        </p:spPr>
        <p:txBody>
          <a:bodyPr lIns="91440" rIns="91440" tIns="91440" bIns="91440" anchor="b">
            <a:normAutofit fontScale="51294"/>
          </a:bodyPr>
          <a:p>
            <a:pPr indent="0" algn="ctr">
              <a:lnSpc>
                <a:spcPct val="100000"/>
              </a:lnSpc>
              <a:buNone/>
              <a:tabLst>
                <a:tab algn="l" pos="0"/>
              </a:tabLst>
            </a:pPr>
            <a:r>
              <a:rPr b="0" lang="en" sz="7000" spc="-1" strike="noStrike">
                <a:solidFill>
                  <a:schemeClr val="dk1"/>
                </a:solidFill>
                <a:latin typeface="Marcellus"/>
                <a:ea typeface="Marcellus"/>
              </a:rPr>
              <a:t>Definition of Ethical Decision Making Simulations</a:t>
            </a:r>
            <a:endParaRPr b="0" lang="fr-FR" sz="7000" spc="-1" strike="noStrike">
              <a:solidFill>
                <a:schemeClr val="dk1"/>
              </a:solidFill>
              <a:latin typeface="Arial"/>
            </a:endParaRPr>
          </a:p>
        </p:txBody>
      </p:sp>
      <p:sp>
        <p:nvSpPr>
          <p:cNvPr id="185" name="PlaceHolder 2"/>
          <p:cNvSpPr>
            <a:spLocks noGrp="1"/>
          </p:cNvSpPr>
          <p:nvPr>
            <p:ph type="subTitle"/>
          </p:nvPr>
        </p:nvSpPr>
        <p:spPr>
          <a:xfrm>
            <a:off x="2133720" y="2924280"/>
            <a:ext cx="4876560" cy="666360"/>
          </a:xfrm>
          <a:prstGeom prst="rect">
            <a:avLst/>
          </a:prstGeom>
          <a:solidFill>
            <a:schemeClr val="dk2"/>
          </a:solidFill>
          <a:ln w="0">
            <a:noFill/>
          </a:ln>
        </p:spPr>
        <p:txBody>
          <a:bodyPr lIns="91440" rIns="91440" tIns="91440" bIns="91440" anchor="t">
            <a:normAutofit fontScale="55668" lnSpcReduction="10000"/>
          </a:bodyPr>
          <a:p>
            <a:pPr indent="0" algn="ctr">
              <a:lnSpc>
                <a:spcPct val="100000"/>
              </a:lnSpc>
              <a:buNone/>
              <a:tabLst>
                <a:tab algn="l" pos="0"/>
              </a:tabLst>
            </a:pPr>
            <a:r>
              <a:rPr b="0" lang="en" sz="1600" spc="-1" strike="noStrike">
                <a:solidFill>
                  <a:schemeClr val="dk1"/>
                </a:solidFill>
                <a:latin typeface="Assistant"/>
                <a:ea typeface="Assistant"/>
              </a:rPr>
              <a:t>Ethical decision-making simulations are interactive learning experiences designed to mimic real-life situations where participants must navigate complex moral choices. These simulations foster critical thinking, allowing individuals to weigh consequences and perspectives before reaching a decision, thereby improving ethical reasoning skills.</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6" name="Google Shape;483;p50" descr=""/>
          <p:cNvPicPr/>
          <p:nvPr/>
        </p:nvPicPr>
        <p:blipFill>
          <a:blip r:embed="rId1"/>
          <a:srcRect l="0" t="20083" r="0" b="20083"/>
          <a:stretch/>
        </p:blipFill>
        <p:spPr>
          <a:xfrm>
            <a:off x="4239360" y="690480"/>
            <a:ext cx="4191120" cy="3762720"/>
          </a:xfrm>
          <a:prstGeom prst="rect">
            <a:avLst/>
          </a:prstGeom>
          <a:ln w="0">
            <a:noFill/>
          </a:ln>
        </p:spPr>
      </p:pic>
      <p:sp>
        <p:nvSpPr>
          <p:cNvPr id="187" name="PlaceHolder 1"/>
          <p:cNvSpPr>
            <a:spLocks noGrp="1"/>
          </p:cNvSpPr>
          <p:nvPr>
            <p:ph type="title"/>
          </p:nvPr>
        </p:nvSpPr>
        <p:spPr>
          <a:xfrm>
            <a:off x="723960" y="1247760"/>
            <a:ext cx="3276360" cy="163800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Marcellus"/>
                <a:ea typeface="Marcellus"/>
              </a:rPr>
              <a:t>Importance in Learning Environments</a:t>
            </a:r>
            <a:endParaRPr b="0" lang="fr-FR" sz="3000" spc="-1" strike="noStrike">
              <a:solidFill>
                <a:schemeClr val="dk1"/>
              </a:solidFill>
              <a:latin typeface="Arial"/>
            </a:endParaRPr>
          </a:p>
        </p:txBody>
      </p:sp>
      <p:sp>
        <p:nvSpPr>
          <p:cNvPr id="188" name="PlaceHolder 2"/>
          <p:cNvSpPr>
            <a:spLocks noGrp="1"/>
          </p:cNvSpPr>
          <p:nvPr>
            <p:ph type="subTitle"/>
          </p:nvPr>
        </p:nvSpPr>
        <p:spPr>
          <a:xfrm>
            <a:off x="723960" y="2886120"/>
            <a:ext cx="3276360" cy="1114200"/>
          </a:xfrm>
          <a:prstGeom prst="rect">
            <a:avLst/>
          </a:prstGeom>
          <a:noFill/>
          <a:ln w="0">
            <a:noFill/>
          </a:ln>
        </p:spPr>
        <p:txBody>
          <a:bodyPr lIns="91440" rIns="91440" tIns="91440" bIns="91440" anchor="t">
            <a:normAutofit fontScale="62128" lnSpcReduction="10000"/>
          </a:bodyPr>
          <a:p>
            <a:pPr indent="0">
              <a:lnSpc>
                <a:spcPct val="100000"/>
              </a:lnSpc>
              <a:buNone/>
              <a:tabLst>
                <a:tab algn="l" pos="0"/>
              </a:tabLst>
            </a:pPr>
            <a:r>
              <a:rPr b="0" lang="en" sz="1400" spc="-1" strike="noStrike">
                <a:solidFill>
                  <a:schemeClr val="dk1"/>
                </a:solidFill>
                <a:latin typeface="Assistant"/>
                <a:ea typeface="Assistant"/>
              </a:rPr>
              <a:t>In educational settings, ethical decision-making simulations play a crucial role by providing students with opportunities to practice ethical reasoning in a safe environment. These simulations enhance engagement and retention, enabling learners to apply theoretical knowledge to practical scenarios and prepare them for real-world decisions. Additionally, they promote collaborative learning, as participants often work in teams to solve dilemmas.</a:t>
            </a:r>
            <a:endParaRPr b="0" lang="en-US" sz="14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2133720" y="1295280"/>
            <a:ext cx="4876560" cy="1456920"/>
          </a:xfrm>
          <a:prstGeom prst="rect">
            <a:avLst/>
          </a:prstGeom>
          <a:noFill/>
          <a:ln w="0">
            <a:noFill/>
          </a:ln>
        </p:spPr>
        <p:txBody>
          <a:bodyPr lIns="91440" rIns="91440" tIns="91440" bIns="91440" anchor="b">
            <a:normAutofit fontScale="59867"/>
          </a:bodyPr>
          <a:p>
            <a:pPr indent="0" algn="ctr">
              <a:lnSpc>
                <a:spcPct val="100000"/>
              </a:lnSpc>
              <a:buNone/>
              <a:tabLst>
                <a:tab algn="l" pos="0"/>
              </a:tabLst>
            </a:pPr>
            <a:r>
              <a:rPr b="0" lang="en" sz="7000" spc="-1" strike="noStrike">
                <a:solidFill>
                  <a:schemeClr val="dk1"/>
                </a:solidFill>
                <a:latin typeface="Marcellus"/>
                <a:ea typeface="Marcellus"/>
              </a:rPr>
              <a:t>Mistral Application in Simulations</a:t>
            </a:r>
            <a:endParaRPr b="0" lang="fr-FR" sz="7000" spc="-1" strike="noStrike">
              <a:solidFill>
                <a:schemeClr val="dk1"/>
              </a:solidFill>
              <a:latin typeface="Arial"/>
            </a:endParaRPr>
          </a:p>
        </p:txBody>
      </p:sp>
      <p:sp>
        <p:nvSpPr>
          <p:cNvPr id="190" name="PlaceHolder 2"/>
          <p:cNvSpPr>
            <a:spLocks noGrp="1"/>
          </p:cNvSpPr>
          <p:nvPr>
            <p:ph type="subTitle"/>
          </p:nvPr>
        </p:nvSpPr>
        <p:spPr>
          <a:xfrm>
            <a:off x="2133720" y="2924280"/>
            <a:ext cx="4876560" cy="666360"/>
          </a:xfrm>
          <a:prstGeom prst="rect">
            <a:avLst/>
          </a:prstGeom>
          <a:solidFill>
            <a:schemeClr val="dk2"/>
          </a:solidFill>
          <a:ln w="0">
            <a:noFill/>
          </a:ln>
        </p:spPr>
        <p:txBody>
          <a:bodyPr lIns="91440" rIns="91440" tIns="91440" bIns="91440" anchor="t">
            <a:normAutofit fontScale="49413"/>
          </a:bodyPr>
          <a:p>
            <a:pPr indent="0" algn="ctr">
              <a:lnSpc>
                <a:spcPct val="100000"/>
              </a:lnSpc>
              <a:buNone/>
              <a:tabLst>
                <a:tab algn="l" pos="0"/>
              </a:tabLst>
            </a:pPr>
            <a:r>
              <a:rPr b="0" lang="en" sz="1600" spc="-1" strike="noStrike">
                <a:solidFill>
                  <a:schemeClr val="dk1"/>
                </a:solidFill>
                <a:latin typeface="Assistant"/>
                <a:ea typeface="Assistant"/>
              </a:rPr>
              <a:t>Mistral facilitates the creation of ethical decision-making simulations by providing a robust platform for design and execution. Its capabilities allow educators to build complex scenarios that mimic real-world ethical dilemmas. Using Mistral, instructors can customize simulations according to specific learning objectives and assess participant engagement through data analytics, ensuring that experiences are both educational and practical.</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723960" y="2133720"/>
            <a:ext cx="4086000" cy="1657080"/>
          </a:xfrm>
          <a:prstGeom prst="rect">
            <a:avLst/>
          </a:prstGeom>
          <a:noFill/>
          <a:ln w="0">
            <a:noFill/>
          </a:ln>
        </p:spPr>
        <p:txBody>
          <a:bodyPr lIns="91440" rIns="91440" tIns="91440" bIns="91440" anchor="b">
            <a:normAutofit fontScale="96793"/>
          </a:bodyPr>
          <a:p>
            <a:pPr indent="0">
              <a:lnSpc>
                <a:spcPct val="100000"/>
              </a:lnSpc>
              <a:buNone/>
              <a:tabLst>
                <a:tab algn="l" pos="0"/>
              </a:tabLst>
            </a:pPr>
            <a:r>
              <a:rPr b="0" lang="en" sz="5000" spc="-1" strike="noStrike">
                <a:solidFill>
                  <a:schemeClr val="dk1"/>
                </a:solidFill>
                <a:latin typeface="Marcellus"/>
                <a:ea typeface="Marcellus"/>
              </a:rPr>
              <a:t>Implementation Strategies</a:t>
            </a:r>
            <a:endParaRPr b="0" lang="fr-FR" sz="5000" spc="-1" strike="noStrike">
              <a:solidFill>
                <a:schemeClr val="dk1"/>
              </a:solidFill>
              <a:latin typeface="Arial"/>
            </a:endParaRPr>
          </a:p>
        </p:txBody>
      </p:sp>
      <p:sp>
        <p:nvSpPr>
          <p:cNvPr id="192" name="PlaceHolder 2"/>
          <p:cNvSpPr>
            <a:spLocks noGrp="1"/>
          </p:cNvSpPr>
          <p:nvPr>
            <p:ph type="title"/>
          </p:nvPr>
        </p:nvSpPr>
        <p:spPr>
          <a:xfrm>
            <a:off x="723960" y="828720"/>
            <a:ext cx="1161720" cy="1085400"/>
          </a:xfrm>
          <a:prstGeom prst="rect">
            <a:avLst/>
          </a:prstGeom>
          <a:solidFill>
            <a:schemeClr val="dk2"/>
          </a:solidFill>
          <a:ln w="0">
            <a:noFill/>
          </a:ln>
        </p:spPr>
        <p:txBody>
          <a:bodyPr lIns="91440" rIns="91440" tIns="91440" bIns="91440" anchor="ctr">
            <a:normAutofit/>
          </a:bodyPr>
          <a:p>
            <a:pPr indent="0" algn="ctr">
              <a:lnSpc>
                <a:spcPct val="100000"/>
              </a:lnSpc>
              <a:buNone/>
              <a:tabLst>
                <a:tab algn="l" pos="0"/>
              </a:tabLst>
            </a:pPr>
            <a:r>
              <a:rPr b="0" lang="en" sz="5000" spc="-1" strike="noStrike">
                <a:solidFill>
                  <a:schemeClr val="dk1"/>
                </a:solidFill>
                <a:latin typeface="Marcellus"/>
                <a:ea typeface="Marcellus"/>
              </a:rPr>
              <a:t>02</a:t>
            </a:r>
            <a:endParaRPr b="0" lang="fr-FR" sz="5000" spc="-1" strike="noStrike">
              <a:solidFill>
                <a:schemeClr val="dk1"/>
              </a:solidFill>
              <a:latin typeface="Arial"/>
            </a:endParaRPr>
          </a:p>
        </p:txBody>
      </p:sp>
      <p:sp>
        <p:nvSpPr>
          <p:cNvPr id="193" name="PlaceHolder 3"/>
          <p:cNvSpPr>
            <a:spLocks noGrp="1"/>
          </p:cNvSpPr>
          <p:nvPr>
            <p:ph type="subTitle"/>
          </p:nvPr>
        </p:nvSpPr>
        <p:spPr>
          <a:xfrm>
            <a:off x="723960" y="3933720"/>
            <a:ext cx="4086000" cy="371160"/>
          </a:xfrm>
          <a:prstGeom prst="rect">
            <a:avLst/>
          </a:prstGeom>
          <a:noFill/>
          <a:ln w="0">
            <a:noFill/>
          </a:ln>
        </p:spPr>
        <p:txBody>
          <a:bodyPr lIns="91440" rIns="91440" tIns="91440" bIns="91440" anchor="t">
            <a:normAutofit fontScale="80688"/>
          </a:bodyPr>
          <a:p>
            <a:pPr indent="0" algn="ctr">
              <a:buNone/>
            </a:pPr>
            <a:endParaRPr b="0" lang="en-US" sz="1600" spc="-1" strike="noStrike">
              <a:solidFill>
                <a:schemeClr val="dk1"/>
              </a:solidFill>
              <a:latin typeface="Assistant"/>
              <a:ea typeface="Assistant"/>
            </a:endParaRPr>
          </a:p>
        </p:txBody>
      </p:sp>
      <p:grpSp>
        <p:nvGrpSpPr>
          <p:cNvPr id="194" name="Google Shape;317;p40"/>
          <p:cNvGrpSpPr/>
          <p:nvPr/>
        </p:nvGrpSpPr>
        <p:grpSpPr>
          <a:xfrm>
            <a:off x="5464080" y="-16200"/>
            <a:ext cx="3705120" cy="5171040"/>
            <a:chOff x="5464080" y="-16200"/>
            <a:chExt cx="3705120" cy="5171040"/>
          </a:xfrm>
        </p:grpSpPr>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5" name="Google Shape;483;p50" descr=""/>
          <p:cNvPicPr/>
          <p:nvPr/>
        </p:nvPicPr>
        <p:blipFill>
          <a:blip r:embed="rId1"/>
          <a:srcRect l="0" t="20083" r="0" b="20083"/>
          <a:stretch/>
        </p:blipFill>
        <p:spPr>
          <a:xfrm>
            <a:off x="4239360" y="690480"/>
            <a:ext cx="4191120" cy="3762720"/>
          </a:xfrm>
          <a:prstGeom prst="rect">
            <a:avLst/>
          </a:prstGeom>
          <a:ln w="0">
            <a:noFill/>
          </a:ln>
        </p:spPr>
      </p:pic>
      <p:sp>
        <p:nvSpPr>
          <p:cNvPr id="196" name="PlaceHolder 1"/>
          <p:cNvSpPr>
            <a:spLocks noGrp="1"/>
          </p:cNvSpPr>
          <p:nvPr>
            <p:ph type="title"/>
          </p:nvPr>
        </p:nvSpPr>
        <p:spPr>
          <a:xfrm>
            <a:off x="723960" y="1247760"/>
            <a:ext cx="3276360" cy="163800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Marcellus"/>
                <a:ea typeface="Marcellus"/>
              </a:rPr>
              <a:t>Designing Realistic Scenarios</a:t>
            </a:r>
            <a:endParaRPr b="0" lang="fr-FR" sz="3000" spc="-1" strike="noStrike">
              <a:solidFill>
                <a:schemeClr val="dk1"/>
              </a:solidFill>
              <a:latin typeface="Arial"/>
            </a:endParaRPr>
          </a:p>
        </p:txBody>
      </p:sp>
      <p:sp>
        <p:nvSpPr>
          <p:cNvPr id="197" name="PlaceHolder 2"/>
          <p:cNvSpPr>
            <a:spLocks noGrp="1"/>
          </p:cNvSpPr>
          <p:nvPr>
            <p:ph type="subTitle"/>
          </p:nvPr>
        </p:nvSpPr>
        <p:spPr>
          <a:xfrm>
            <a:off x="723960" y="2886120"/>
            <a:ext cx="3276360" cy="1114200"/>
          </a:xfrm>
          <a:prstGeom prst="rect">
            <a:avLst/>
          </a:prstGeom>
          <a:noFill/>
          <a:ln w="0">
            <a:noFill/>
          </a:ln>
        </p:spPr>
        <p:txBody>
          <a:bodyPr lIns="91440" rIns="91440" tIns="91440" bIns="91440" anchor="t">
            <a:normAutofit fontScale="62128" lnSpcReduction="20000"/>
          </a:bodyPr>
          <a:p>
            <a:pPr indent="0">
              <a:lnSpc>
                <a:spcPct val="100000"/>
              </a:lnSpc>
              <a:buNone/>
              <a:tabLst>
                <a:tab algn="l" pos="0"/>
              </a:tabLst>
            </a:pPr>
            <a:r>
              <a:rPr b="0" lang="en" sz="1400" spc="-1" strike="noStrike">
                <a:solidFill>
                  <a:schemeClr val="dk1"/>
                </a:solidFill>
                <a:latin typeface="Assistant"/>
                <a:ea typeface="Assistant"/>
              </a:rPr>
              <a:t>Creating realistic scenarios is essential for effective simulations. Effective simulations require scenarios that resonate with participants, reflecting real-life challenges. To design these scenarios, educators must consider context, relevance, and complexity. By incorporating diverse perspectives and ethical dilemmas, educators can stimulate critical thinking and encourage participants to explore different decision-making approaches. Effective feedback mechanisms further enhance realism by allowing participants to reflect on their choices.</a:t>
            </a:r>
            <a:endParaRPr b="0" lang="en-US" sz="14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2133720" y="1295280"/>
            <a:ext cx="4876560" cy="1456920"/>
          </a:xfrm>
          <a:prstGeom prst="rect">
            <a:avLst/>
          </a:prstGeom>
          <a:noFill/>
          <a:ln w="0">
            <a:noFill/>
          </a:ln>
        </p:spPr>
        <p:txBody>
          <a:bodyPr lIns="91440" rIns="91440" tIns="91440" bIns="91440" anchor="b">
            <a:normAutofit fontScale="59867"/>
          </a:bodyPr>
          <a:p>
            <a:pPr indent="0" algn="ctr">
              <a:lnSpc>
                <a:spcPct val="100000"/>
              </a:lnSpc>
              <a:buNone/>
              <a:tabLst>
                <a:tab algn="l" pos="0"/>
              </a:tabLst>
            </a:pPr>
            <a:r>
              <a:rPr b="0" lang="en" sz="7000" spc="-1" strike="noStrike">
                <a:solidFill>
                  <a:schemeClr val="dk1"/>
                </a:solidFill>
                <a:latin typeface="Marcellus"/>
                <a:ea typeface="Marcellus"/>
              </a:rPr>
              <a:t>Leveraging Technology in Mistral</a:t>
            </a:r>
            <a:endParaRPr b="0" lang="fr-FR" sz="7000" spc="-1" strike="noStrike">
              <a:solidFill>
                <a:schemeClr val="dk1"/>
              </a:solidFill>
              <a:latin typeface="Arial"/>
            </a:endParaRPr>
          </a:p>
        </p:txBody>
      </p:sp>
      <p:sp>
        <p:nvSpPr>
          <p:cNvPr id="199" name="PlaceHolder 2"/>
          <p:cNvSpPr>
            <a:spLocks noGrp="1"/>
          </p:cNvSpPr>
          <p:nvPr>
            <p:ph type="subTitle"/>
          </p:nvPr>
        </p:nvSpPr>
        <p:spPr>
          <a:xfrm>
            <a:off x="2133720" y="2924280"/>
            <a:ext cx="4876560" cy="666360"/>
          </a:xfrm>
          <a:prstGeom prst="rect">
            <a:avLst/>
          </a:prstGeom>
          <a:solidFill>
            <a:schemeClr val="dk2"/>
          </a:solidFill>
          <a:ln w="0">
            <a:noFill/>
          </a:ln>
        </p:spPr>
        <p:txBody>
          <a:bodyPr lIns="91440" rIns="91440" tIns="91440" bIns="91440" anchor="t">
            <a:normAutofit fontScale="49413" lnSpcReduction="20000"/>
          </a:bodyPr>
          <a:p>
            <a:pPr indent="0" algn="ctr">
              <a:lnSpc>
                <a:spcPct val="100000"/>
              </a:lnSpc>
              <a:buNone/>
              <a:tabLst>
                <a:tab algn="l" pos="0"/>
              </a:tabLst>
            </a:pPr>
            <a:r>
              <a:rPr b="0" lang="en" sz="1600" spc="-1" strike="noStrike">
                <a:solidFill>
                  <a:schemeClr val="dk1"/>
                </a:solidFill>
                <a:latin typeface="Assistant"/>
                <a:ea typeface="Assistant"/>
              </a:rPr>
              <a:t>Mistral supports various technologies that enhance the simulation experience, including virtual reality, artificial intelligence, and interactive interfaces. By leveraging these technologies, educators can create immersive environments where participants actively engage with ethical scenarios. For instance, AI can adapt scenarios based on participant decisions, providing tailored challenges. Additionally, virtual reality provides a safe space for participants to experience the consequences of their choices first-hand, greatly enhancing the learning impact.</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2133720" y="1295280"/>
            <a:ext cx="4876560" cy="1456920"/>
          </a:xfrm>
          <a:prstGeom prst="rect">
            <a:avLst/>
          </a:prstGeom>
          <a:noFill/>
          <a:ln w="0">
            <a:noFill/>
          </a:ln>
        </p:spPr>
        <p:txBody>
          <a:bodyPr lIns="91440" rIns="91440" tIns="91440" bIns="91440" anchor="b">
            <a:normAutofit fontScale="59867"/>
          </a:bodyPr>
          <a:p>
            <a:pPr indent="0" algn="ctr">
              <a:lnSpc>
                <a:spcPct val="100000"/>
              </a:lnSpc>
              <a:buNone/>
              <a:tabLst>
                <a:tab algn="l" pos="0"/>
              </a:tabLst>
            </a:pPr>
            <a:r>
              <a:rPr b="0" lang="en" sz="7000" spc="-1" strike="noStrike">
                <a:solidFill>
                  <a:schemeClr val="dk1"/>
                </a:solidFill>
                <a:latin typeface="Marcellus"/>
                <a:ea typeface="Marcellus"/>
              </a:rPr>
              <a:t>Assessing Learner Outcomes</a:t>
            </a:r>
            <a:endParaRPr b="0" lang="fr-FR" sz="7000" spc="-1" strike="noStrike">
              <a:solidFill>
                <a:schemeClr val="dk1"/>
              </a:solidFill>
              <a:latin typeface="Arial"/>
            </a:endParaRPr>
          </a:p>
        </p:txBody>
      </p:sp>
      <p:sp>
        <p:nvSpPr>
          <p:cNvPr id="201" name="PlaceHolder 2"/>
          <p:cNvSpPr>
            <a:spLocks noGrp="1"/>
          </p:cNvSpPr>
          <p:nvPr>
            <p:ph type="subTitle"/>
          </p:nvPr>
        </p:nvSpPr>
        <p:spPr>
          <a:xfrm>
            <a:off x="2133720" y="2924280"/>
            <a:ext cx="4876560" cy="666360"/>
          </a:xfrm>
          <a:prstGeom prst="rect">
            <a:avLst/>
          </a:prstGeom>
          <a:solidFill>
            <a:schemeClr val="dk2"/>
          </a:solidFill>
          <a:ln w="0">
            <a:noFill/>
          </a:ln>
        </p:spPr>
        <p:txBody>
          <a:bodyPr lIns="91440" rIns="91440" tIns="91440" bIns="91440" anchor="t">
            <a:normAutofit fontScale="49413" lnSpcReduction="20000"/>
          </a:bodyPr>
          <a:p>
            <a:pPr indent="0" algn="ctr">
              <a:lnSpc>
                <a:spcPct val="100000"/>
              </a:lnSpc>
              <a:buNone/>
              <a:tabLst>
                <a:tab algn="l" pos="0"/>
              </a:tabLst>
            </a:pPr>
            <a:r>
              <a:rPr b="0" lang="en" sz="1600" spc="-1" strike="noStrike">
                <a:solidFill>
                  <a:schemeClr val="dk1"/>
                </a:solidFill>
                <a:latin typeface="Assistant"/>
                <a:ea typeface="Assistant"/>
              </a:rPr>
              <a:t>Assessing learner outcomes is vital to understanding the effectiveness of ethical decision-making simulations. Educators can employ various assessment methods, such as surveys, reflective journals, and performance metrics, to gauge participant engagement and learning. Analyzing how well students navigate ethical dilemmas and reflect on their decision-making processes provides insights into the impact of simulations. Moreover, feedback from participants can inform future iterations of simulations, improving their educational value.</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Google Shape;483;p50" descr=""/>
          <p:cNvPicPr/>
          <p:nvPr/>
        </p:nvPicPr>
        <p:blipFill>
          <a:blip r:embed="rId1"/>
          <a:srcRect l="0" t="20083" r="0" b="20083"/>
          <a:stretch/>
        </p:blipFill>
        <p:spPr>
          <a:xfrm>
            <a:off x="4239360" y="690480"/>
            <a:ext cx="4191120" cy="3762720"/>
          </a:xfrm>
          <a:prstGeom prst="rect">
            <a:avLst/>
          </a:prstGeom>
          <a:ln w="0">
            <a:noFill/>
          </a:ln>
        </p:spPr>
      </p:pic>
      <p:sp>
        <p:nvSpPr>
          <p:cNvPr id="203" name="PlaceHolder 1"/>
          <p:cNvSpPr>
            <a:spLocks noGrp="1"/>
          </p:cNvSpPr>
          <p:nvPr>
            <p:ph type="title"/>
          </p:nvPr>
        </p:nvSpPr>
        <p:spPr>
          <a:xfrm>
            <a:off x="723960" y="1247760"/>
            <a:ext cx="3276360" cy="163800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Marcellus"/>
                <a:ea typeface="Marcellus"/>
              </a:rPr>
              <a:t>Conclusions</a:t>
            </a:r>
            <a:endParaRPr b="0" lang="fr-FR" sz="3000" spc="-1" strike="noStrike">
              <a:solidFill>
                <a:schemeClr val="dk1"/>
              </a:solidFill>
              <a:latin typeface="Arial"/>
            </a:endParaRPr>
          </a:p>
        </p:txBody>
      </p:sp>
      <p:sp>
        <p:nvSpPr>
          <p:cNvPr id="204" name="PlaceHolder 2"/>
          <p:cNvSpPr>
            <a:spLocks noGrp="1"/>
          </p:cNvSpPr>
          <p:nvPr>
            <p:ph type="subTitle"/>
          </p:nvPr>
        </p:nvSpPr>
        <p:spPr>
          <a:xfrm>
            <a:off x="723960" y="2886120"/>
            <a:ext cx="3276360" cy="1114200"/>
          </a:xfrm>
          <a:prstGeom prst="rect">
            <a:avLst/>
          </a:prstGeom>
          <a:noFill/>
          <a:ln w="0">
            <a:noFill/>
          </a:ln>
        </p:spPr>
        <p:txBody>
          <a:bodyPr lIns="91440" rIns="91440" tIns="91440" bIns="91440" anchor="t">
            <a:normAutofit fontScale="62128" lnSpcReduction="20000"/>
          </a:bodyPr>
          <a:p>
            <a:pPr indent="0">
              <a:lnSpc>
                <a:spcPct val="100000"/>
              </a:lnSpc>
              <a:buNone/>
              <a:tabLst>
                <a:tab algn="l" pos="0"/>
              </a:tabLst>
            </a:pPr>
            <a:r>
              <a:rPr b="0" lang="en" sz="1400" spc="-1" strike="noStrike">
                <a:solidFill>
                  <a:schemeClr val="dk1"/>
                </a:solidFill>
                <a:latin typeface="Assistant"/>
                <a:ea typeface="Assistant"/>
              </a:rPr>
              <a:t>In summary, ethical decision-making simulations powered by Mistral offer significant educational benefits. They enhance critical thinking and ethical reasoning by immersing participants in realistic scenarios. By implementing effective design strategies and leveraging technology, educators can create impactful learning experiences that prepare students for real-world ethical challenges. Ongoing assessment of outcomes ensures continuous improvement of these simulations, making them a vital tool in modern education.</a:t>
            </a:r>
            <a:endParaRPr b="0" lang="en-US" sz="14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714240" y="542880"/>
            <a:ext cx="3714480" cy="1228320"/>
          </a:xfrm>
          <a:prstGeom prst="rect">
            <a:avLst/>
          </a:prstGeom>
          <a:noFill/>
          <a:ln w="0">
            <a:noFill/>
          </a:ln>
        </p:spPr>
        <p:txBody>
          <a:bodyPr lIns="91440" rIns="91440" tIns="91440" bIns="91440" anchor="ctr">
            <a:normAutofit/>
          </a:bodyPr>
          <a:p>
            <a:pPr indent="0">
              <a:lnSpc>
                <a:spcPct val="100000"/>
              </a:lnSpc>
              <a:buNone/>
              <a:tabLst>
                <a:tab algn="l" pos="0"/>
              </a:tabLst>
            </a:pPr>
            <a:r>
              <a:rPr b="0" lang="en" sz="6000" spc="-1" strike="noStrike">
                <a:solidFill>
                  <a:schemeClr val="dk1"/>
                </a:solidFill>
                <a:latin typeface="Marcellus"/>
                <a:ea typeface="Marcellus"/>
              </a:rPr>
              <a:t>Thank you!</a:t>
            </a:r>
            <a:endParaRPr b="0" lang="fr-FR" sz="6000" spc="-1" strike="noStrike">
              <a:solidFill>
                <a:schemeClr val="dk1"/>
              </a:solidFill>
              <a:latin typeface="Arial"/>
            </a:endParaRPr>
          </a:p>
        </p:txBody>
      </p:sp>
      <p:sp>
        <p:nvSpPr>
          <p:cNvPr id="206" name="PlaceHolder 2"/>
          <p:cNvSpPr>
            <a:spLocks noGrp="1"/>
          </p:cNvSpPr>
          <p:nvPr>
            <p:ph type="subTitle"/>
          </p:nvPr>
        </p:nvSpPr>
        <p:spPr>
          <a:xfrm>
            <a:off x="714240" y="1676520"/>
            <a:ext cx="3714480" cy="105696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dk1"/>
                </a:solidFill>
                <a:latin typeface="Assistant"/>
                <a:ea typeface="Assistant"/>
              </a:rPr>
              <a:t>Do you have any questions?</a:t>
            </a:r>
            <a:endParaRPr b="0" lang="en-US" sz="1400" spc="-1" strike="noStrike">
              <a:solidFill>
                <a:srgbClr val="000000"/>
              </a:solidFill>
              <a:latin typeface="OpenSymbol"/>
            </a:endParaRPr>
          </a:p>
        </p:txBody>
      </p:sp>
      <p:sp>
        <p:nvSpPr>
          <p:cNvPr id="207" name="Google Shape;839;p70"/>
          <p:cNvSpPr/>
          <p:nvPr/>
        </p:nvSpPr>
        <p:spPr>
          <a:xfrm>
            <a:off x="714240" y="4238640"/>
            <a:ext cx="3104640" cy="361440"/>
          </a:xfrm>
          <a:prstGeom prst="rect">
            <a:avLst/>
          </a:prstGeom>
          <a:noFill/>
          <a:ln w="0">
            <a:noFill/>
          </a:ln>
        </p:spPr>
        <p:style>
          <a:lnRef idx="0"/>
          <a:fillRef idx="0"/>
          <a:effectRef idx="0"/>
          <a:fontRef idx="minor"/>
        </p:style>
        <p:txBody>
          <a:bodyPr lIns="870823080" rIns="870823080" tIns="180720" bIns="180720" anchor="t">
            <a:normAutofit fontScale="12222"/>
          </a:bodyPr>
          <a:p>
            <a:pPr defTabSz="914400">
              <a:lnSpc>
                <a:spcPct val="100000"/>
              </a:lnSpc>
              <a:tabLst>
                <a:tab algn="l" pos="0"/>
              </a:tabLst>
            </a:pPr>
            <a:r>
              <a:rPr b="0" lang="en" sz="1200" spc="-1" strike="noStrike">
                <a:solidFill>
                  <a:schemeClr val="dk1"/>
                </a:solidFill>
                <a:latin typeface="Arial"/>
              </a:rPr>
              <a:t>+91 620 421 838</a:t>
            </a:r>
            <a:endParaRPr b="0" lang="en-US" sz="1200" spc="-1" strike="noStrike">
              <a:solidFill>
                <a:srgbClr val="000000"/>
              </a:solidFill>
              <a:latin typeface="OpenSymbol"/>
            </a:endParaRPr>
          </a:p>
        </p:txBody>
      </p:sp>
      <p:sp>
        <p:nvSpPr>
          <p:cNvPr id="208" name="Google Shape;840;p70"/>
          <p:cNvSpPr/>
          <p:nvPr/>
        </p:nvSpPr>
        <p:spPr>
          <a:xfrm>
            <a:off x="828720" y="2847960"/>
            <a:ext cx="647280" cy="647280"/>
          </a:xfrm>
          <a:prstGeom prst="rect">
            <a:avLst/>
          </a:prstGeom>
          <a:solidFill>
            <a:srgbClr val="000000"/>
          </a:solidFill>
          <a:ln w="0">
            <a:noFill/>
          </a:ln>
        </p:spPr>
        <p:style>
          <a:lnRef idx="0"/>
          <a:fillRef idx="0"/>
          <a:effectRef idx="0"/>
          <a:fontRef idx="minor"/>
        </p:style>
        <p:txBody>
          <a:bodyPr lIns="870823080" rIns="870823080" tIns="323640" bIns="323640" anchor="t">
            <a:normAutofit/>
          </a:bodyPr>
          <a:p>
            <a:pPr algn="ctr" defTabSz="914400">
              <a:lnSpc>
                <a:spcPct val="100000"/>
              </a:lnSpc>
              <a:tabLst>
                <a:tab algn="l" pos="0"/>
              </a:tabLst>
            </a:pPr>
            <a:endParaRPr b="0" lang="fr-FR" sz="1800" spc="-1" strike="noStrike">
              <a:solidFill>
                <a:schemeClr val="dk1"/>
              </a:solidFill>
              <a:latin typeface="Arial"/>
            </a:endParaRPr>
          </a:p>
        </p:txBody>
      </p:sp>
      <p:sp>
        <p:nvSpPr>
          <p:cNvPr id="209" name="Google Shape;841;p70"/>
          <p:cNvSpPr/>
          <p:nvPr/>
        </p:nvSpPr>
        <p:spPr>
          <a:xfrm>
            <a:off x="1666800" y="2847960"/>
            <a:ext cx="647280" cy="647280"/>
          </a:xfrm>
          <a:prstGeom prst="rect">
            <a:avLst/>
          </a:prstGeom>
          <a:solidFill>
            <a:srgbClr val="000000"/>
          </a:solidFill>
          <a:ln w="0">
            <a:noFill/>
          </a:ln>
        </p:spPr>
        <p:style>
          <a:lnRef idx="0"/>
          <a:fillRef idx="0"/>
          <a:effectRef idx="0"/>
          <a:fontRef idx="minor"/>
        </p:style>
        <p:txBody>
          <a:bodyPr lIns="870823080" rIns="870823080" tIns="323640" bIns="323640" anchor="t">
            <a:spAutoFit/>
          </a:bodyPr>
          <a:p>
            <a:pPr algn="ctr" defTabSz="914400">
              <a:lnSpc>
                <a:spcPct val="100000"/>
              </a:lnSpc>
              <a:tabLst>
                <a:tab algn="l" pos="0"/>
              </a:tabLst>
            </a:pPr>
            <a:endParaRPr b="0" lang="fr-FR" sz="1800" spc="-1" strike="noStrike">
              <a:solidFill>
                <a:schemeClr val="dk1"/>
              </a:solidFill>
              <a:latin typeface="Arial"/>
            </a:endParaRPr>
          </a:p>
        </p:txBody>
      </p:sp>
      <p:sp>
        <p:nvSpPr>
          <p:cNvPr id="210" name="Google Shape;842;p70"/>
          <p:cNvSpPr/>
          <p:nvPr/>
        </p:nvSpPr>
        <p:spPr>
          <a:xfrm>
            <a:off x="2495520" y="2847960"/>
            <a:ext cx="647280" cy="647280"/>
          </a:xfrm>
          <a:prstGeom prst="rect">
            <a:avLst/>
          </a:prstGeom>
          <a:solidFill>
            <a:srgbClr val="000000"/>
          </a:solidFill>
          <a:ln w="0">
            <a:noFill/>
          </a:ln>
        </p:spPr>
        <p:style>
          <a:lnRef idx="0"/>
          <a:fillRef idx="0"/>
          <a:effectRef idx="0"/>
          <a:fontRef idx="minor"/>
        </p:style>
        <p:txBody>
          <a:bodyPr lIns="870823080" rIns="870823080" tIns="323640" bIns="323640" anchor="t">
            <a:spAutoFit/>
          </a:bodyPr>
          <a:p>
            <a:pPr algn="ctr" defTabSz="914400">
              <a:lnSpc>
                <a:spcPct val="100000"/>
              </a:lnSpc>
              <a:tabLst>
                <a:tab algn="l" pos="0"/>
              </a:tabLst>
            </a:pPr>
            <a:endParaRPr b="0" lang="fr-FR" sz="1800" spc="-1" strike="noStrike">
              <a:solidFill>
                <a:schemeClr val="dk1"/>
              </a:solidFill>
              <a:latin typeface="Arial"/>
            </a:endParaRPr>
          </a:p>
        </p:txBody>
      </p:sp>
      <p:grpSp>
        <p:nvGrpSpPr>
          <p:cNvPr id="211" name="Google Shape;843;p70"/>
          <p:cNvGrpSpPr/>
          <p:nvPr/>
        </p:nvGrpSpPr>
        <p:grpSpPr>
          <a:xfrm>
            <a:off x="957240" y="2977560"/>
            <a:ext cx="387360" cy="387360"/>
            <a:chOff x="957240" y="2977560"/>
            <a:chExt cx="387360" cy="387360"/>
          </a:xfrm>
        </p:grpSpPr>
        <p:sp>
          <p:nvSpPr>
            <p:cNvPr id="212" name="Google Shape;844;p70"/>
            <p:cNvSpPr/>
            <p:nvPr/>
          </p:nvSpPr>
          <p:spPr>
            <a:xfrm>
              <a:off x="1140480" y="3045600"/>
              <a:ext cx="132480" cy="319320"/>
            </a:xfrm>
            <a:custGeom>
              <a:avLst/>
              <a:gdLst>
                <a:gd name="textAreaLeft" fmla="*/ 0 w 132480"/>
                <a:gd name="textAreaRight" fmla="*/ 132840 w 132480"/>
                <a:gd name="textAreaTop" fmla="*/ 0 h 319320"/>
                <a:gd name="textAreaBottom" fmla="*/ 319680 h 319320"/>
              </a:gdLst>
              <a:ah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13" name="Google Shape;845;p70"/>
            <p:cNvSpPr/>
            <p:nvPr/>
          </p:nvSpPr>
          <p:spPr>
            <a:xfrm>
              <a:off x="957240" y="297756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214" name="Google Shape;846;p70"/>
          <p:cNvGrpSpPr/>
          <p:nvPr/>
        </p:nvGrpSpPr>
        <p:grpSpPr>
          <a:xfrm>
            <a:off x="2629800" y="2977560"/>
            <a:ext cx="387360" cy="387360"/>
            <a:chOff x="2629800" y="2977560"/>
            <a:chExt cx="387360" cy="387360"/>
          </a:xfrm>
        </p:grpSpPr>
        <p:sp>
          <p:nvSpPr>
            <p:cNvPr id="215" name="Google Shape;847;p70"/>
            <p:cNvSpPr/>
            <p:nvPr/>
          </p:nvSpPr>
          <p:spPr>
            <a:xfrm>
              <a:off x="2710080" y="3046320"/>
              <a:ext cx="22320" cy="22320"/>
            </a:xfrm>
            <a:custGeom>
              <a:avLst/>
              <a:gdLst>
                <a:gd name="textAreaLeft" fmla="*/ 0 w 22320"/>
                <a:gd name="textAreaRight" fmla="*/ 22680 w 22320"/>
                <a:gd name="textAreaTop" fmla="*/ 0 h 22320"/>
                <a:gd name="textAreaBottom" fmla="*/ 22680 h 22320"/>
              </a:gdLst>
              <a:ah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16" name="Google Shape;848;p70"/>
            <p:cNvSpPr/>
            <p:nvPr/>
          </p:nvSpPr>
          <p:spPr>
            <a:xfrm>
              <a:off x="2629800" y="297756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17" name="Google Shape;849;p70"/>
            <p:cNvSpPr/>
            <p:nvPr/>
          </p:nvSpPr>
          <p:spPr>
            <a:xfrm>
              <a:off x="2800800" y="3137040"/>
              <a:ext cx="136080" cy="159120"/>
            </a:xfrm>
            <a:custGeom>
              <a:avLst/>
              <a:gdLst>
                <a:gd name="textAreaLeft" fmla="*/ 0 w 136080"/>
                <a:gd name="textAreaRight" fmla="*/ 136440 w 136080"/>
                <a:gd name="textAreaTop" fmla="*/ 0 h 159120"/>
                <a:gd name="textAreaBottom" fmla="*/ 159480 h 159120"/>
              </a:gdLst>
              <a:ah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18" name="Google Shape;850;p70"/>
            <p:cNvSpPr/>
            <p:nvPr/>
          </p:nvSpPr>
          <p:spPr>
            <a:xfrm>
              <a:off x="2710080" y="3137400"/>
              <a:ext cx="22320" cy="158760"/>
            </a:xfrm>
            <a:custGeom>
              <a:avLst/>
              <a:gdLst>
                <a:gd name="textAreaLeft" fmla="*/ 0 w 22320"/>
                <a:gd name="textAreaRight" fmla="*/ 22680 w 22320"/>
                <a:gd name="textAreaTop" fmla="*/ 0 h 158760"/>
                <a:gd name="textAreaBottom" fmla="*/ 159120 h 158760"/>
              </a:gdLst>
              <a:ahLst/>
              <a:rect l="textAreaLeft" t="textAreaTop" r="textAreaRight" b="textAreaBottom"/>
              <a:pathLst>
                <a:path w="1119" h="7820">
                  <a:moveTo>
                    <a:pt x="0" y="0"/>
                  </a:moveTo>
                  <a:lnTo>
                    <a:pt x="0" y="7819"/>
                  </a:lnTo>
                  <a:lnTo>
                    <a:pt x="1118" y="7819"/>
                  </a:lnTo>
                  <a:lnTo>
                    <a:pt x="1118" y="0"/>
                  </a:lnTo>
                  <a:close/>
                </a:path>
              </a:pathLst>
            </a:custGeom>
            <a:solidFill>
              <a:schemeClr val="dk1"/>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219" name="Google Shape;851;p70"/>
          <p:cNvGrpSpPr/>
          <p:nvPr/>
        </p:nvGrpSpPr>
        <p:grpSpPr>
          <a:xfrm>
            <a:off x="1793520" y="2977560"/>
            <a:ext cx="387360" cy="387360"/>
            <a:chOff x="1793520" y="2977560"/>
            <a:chExt cx="387360" cy="387360"/>
          </a:xfrm>
        </p:grpSpPr>
        <p:sp>
          <p:nvSpPr>
            <p:cNvPr id="220" name="Google Shape;852;p70"/>
            <p:cNvSpPr/>
            <p:nvPr/>
          </p:nvSpPr>
          <p:spPr>
            <a:xfrm>
              <a:off x="1862640" y="3046320"/>
              <a:ext cx="249480" cy="249480"/>
            </a:xfrm>
            <a:custGeom>
              <a:avLst/>
              <a:gdLst>
                <a:gd name="textAreaLeft" fmla="*/ 0 w 249480"/>
                <a:gd name="textAreaRight" fmla="*/ 249840 w 249480"/>
                <a:gd name="textAreaTop" fmla="*/ 0 h 249480"/>
                <a:gd name="textAreaBottom" fmla="*/ 249840 h 249480"/>
              </a:gdLst>
              <a:ah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21" name="Google Shape;853;p70"/>
            <p:cNvSpPr/>
            <p:nvPr/>
          </p:nvSpPr>
          <p:spPr>
            <a:xfrm>
              <a:off x="1930680" y="3114720"/>
              <a:ext cx="113400" cy="113040"/>
            </a:xfrm>
            <a:custGeom>
              <a:avLst/>
              <a:gdLst>
                <a:gd name="textAreaLeft" fmla="*/ 0 w 113400"/>
                <a:gd name="textAreaRight" fmla="*/ 113760 w 113400"/>
                <a:gd name="textAreaTop" fmla="*/ 0 h 113040"/>
                <a:gd name="textAreaBottom" fmla="*/ 113400 h 113040"/>
              </a:gdLst>
              <a:ah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22" name="Google Shape;854;p70"/>
            <p:cNvSpPr/>
            <p:nvPr/>
          </p:nvSpPr>
          <p:spPr>
            <a:xfrm>
              <a:off x="1793520" y="297756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223" name="Google Shape;855;p70"/>
          <p:cNvGrpSpPr/>
          <p:nvPr/>
        </p:nvGrpSpPr>
        <p:grpSpPr>
          <a:xfrm>
            <a:off x="5464080" y="-472320"/>
            <a:ext cx="5220000" cy="5943240"/>
            <a:chOff x="5464080" y="-472320"/>
            <a:chExt cx="5220000" cy="5943240"/>
          </a:xfrm>
        </p:grpSpPr>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Peach Fuzz COTY 2024 Design Inspiration by Slidesgo">
  <a:themeElements>
    <a:clrScheme name="Simple Light">
      <a:dk1>
        <a:srgbClr val="3b1107"/>
      </a:dk1>
      <a:lt1>
        <a:srgbClr val="f3e3d4"/>
      </a:lt1>
      <a:dk2>
        <a:srgbClr val="ffffff"/>
      </a:dk2>
      <a:lt2>
        <a:srgbClr val="febe98"/>
      </a:lt2>
      <a:accent1>
        <a:srgbClr val="f2a172"/>
      </a:accent1>
      <a:accent2>
        <a:srgbClr val="d9805e"/>
      </a:accent2>
      <a:accent3>
        <a:srgbClr val="a65341"/>
      </a:accent3>
      <a:accent4>
        <a:srgbClr val="ffffff"/>
      </a:accent4>
      <a:accent5>
        <a:srgbClr val="ffffff"/>
      </a:accent5>
      <a:accent6>
        <a:srgbClr val="ffffff"/>
      </a:accent6>
      <a:hlink>
        <a:srgbClr val="3b110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2025-02-12T06:21:16Z</dcterms:created>
  <dc:creator>Unknown Creator</dc:creator>
  <dc:description/>
  <dc:language>en-US</dc:language>
  <cp:lastModifiedBy>Unknown Creator</cp:lastModifiedBy>
  <dcterms:modified xsi:type="dcterms:W3CDTF">2025-02-12T06:21:16Z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